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69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43564" y="1797050"/>
            <a:ext cx="5385434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7311" y="930275"/>
            <a:ext cx="5118100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4083" y="2287587"/>
            <a:ext cx="7720330" cy="2567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3B343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CSS</a:t>
            </a:r>
            <a:r>
              <a:rPr spc="-10" dirty="0"/>
              <a:t> </a:t>
            </a:r>
            <a:r>
              <a:rPr dirty="0"/>
              <a:t>Grid</a:t>
            </a:r>
            <a:r>
              <a:rPr spc="-5" dirty="0"/>
              <a:t> </a:t>
            </a:r>
            <a:r>
              <a:rPr spc="-55" dirty="0"/>
              <a:t>Layout:</a:t>
            </a:r>
            <a:r>
              <a:rPr spc="-5" dirty="0"/>
              <a:t> </a:t>
            </a:r>
            <a:r>
              <a:rPr spc="75" dirty="0"/>
              <a:t>Modern </a:t>
            </a:r>
            <a:r>
              <a:rPr spc="80" dirty="0"/>
              <a:t>Web</a:t>
            </a:r>
            <a:r>
              <a:rPr spc="-35" dirty="0"/>
              <a:t> </a:t>
            </a:r>
            <a:r>
              <a:rPr dirty="0"/>
              <a:t>Design</a:t>
            </a:r>
            <a:r>
              <a:rPr spc="-35" dirty="0"/>
              <a:t> </a:t>
            </a:r>
            <a:r>
              <a:rPr spc="90" dirty="0"/>
              <a:t>Made</a:t>
            </a:r>
            <a:r>
              <a:rPr spc="-35" dirty="0"/>
              <a:t> </a:t>
            </a:r>
            <a:r>
              <a:rPr spc="-20" dirty="0"/>
              <a:t>Easy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43564" y="3077400"/>
            <a:ext cx="5912485" cy="135485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5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professional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guide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simplifies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CSS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Crid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two-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dimensional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layouts. 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covers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essential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concepts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modern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web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design.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You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will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learn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flexible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responsive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interfaces.</a:t>
            </a:r>
            <a:endParaRPr sz="12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2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spc="75" dirty="0">
                <a:solidFill>
                  <a:srgbClr val="3B3434"/>
                </a:solidFill>
                <a:latin typeface="Verdana"/>
                <a:cs typeface="Verdana"/>
              </a:rPr>
              <a:t>-</a:t>
            </a:r>
            <a:r>
              <a:rPr sz="2000" b="1" spc="-1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2000" b="1" spc="-90" dirty="0">
                <a:solidFill>
                  <a:srgbClr val="3B3434"/>
                </a:solidFill>
                <a:latin typeface="Verdana"/>
                <a:cs typeface="Verdana"/>
              </a:rPr>
              <a:t>By</a:t>
            </a:r>
            <a:r>
              <a:rPr sz="2000" b="1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2000" b="1" spc="-80" dirty="0">
                <a:solidFill>
                  <a:srgbClr val="3B3434"/>
                </a:solidFill>
                <a:latin typeface="Verdana"/>
                <a:cs typeface="Verdana"/>
              </a:rPr>
              <a:t>Dhanraj</a:t>
            </a:r>
            <a:r>
              <a:rPr sz="2000" b="1" spc="-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3B3434"/>
                </a:solidFill>
                <a:latin typeface="Verdana"/>
                <a:cs typeface="Verdana"/>
              </a:rPr>
              <a:t>Hemant</a:t>
            </a:r>
            <a:r>
              <a:rPr sz="2000" b="1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3B3434"/>
                </a:solidFill>
                <a:latin typeface="Verdana"/>
                <a:cs typeface="Verdana"/>
              </a:rPr>
              <a:t>Kale</a:t>
            </a:r>
            <a:endParaRPr sz="2000" b="1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2178050"/>
            <a:ext cx="38792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5" dirty="0"/>
              <a:t>What</a:t>
            </a:r>
            <a:r>
              <a:rPr spc="-25" dirty="0"/>
              <a:t> </a:t>
            </a:r>
            <a:r>
              <a:rPr spc="-320" dirty="0"/>
              <a:t>Is</a:t>
            </a:r>
            <a:r>
              <a:rPr spc="-25" dirty="0"/>
              <a:t> </a:t>
            </a:r>
            <a:r>
              <a:rPr dirty="0"/>
              <a:t>CSS</a:t>
            </a:r>
            <a:r>
              <a:rPr spc="-25" dirty="0"/>
              <a:t> </a:t>
            </a:r>
            <a:r>
              <a:rPr spc="-10" dirty="0"/>
              <a:t>Grid?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311" y="3125787"/>
            <a:ext cx="4589145" cy="929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1F1E1E"/>
                </a:solidFill>
                <a:latin typeface="Tahoma"/>
                <a:cs typeface="Tahoma"/>
              </a:rPr>
              <a:t>Two-Dimensional</a:t>
            </a:r>
            <a:r>
              <a:rPr sz="1650" b="1" spc="45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1F1E1E"/>
                </a:solidFill>
                <a:latin typeface="Tahoma"/>
                <a:cs typeface="Tahoma"/>
              </a:rPr>
              <a:t>Power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045"/>
              </a:spcBef>
            </a:pP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CSS</a:t>
            </a:r>
            <a:r>
              <a:rPr sz="1250" spc="-10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Crid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is</a:t>
            </a:r>
            <a:r>
              <a:rPr sz="1250" spc="-10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layout</a:t>
            </a:r>
            <a:r>
              <a:rPr sz="1250" spc="-10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system.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-10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handles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both</a:t>
            </a:r>
            <a:r>
              <a:rPr sz="1250" spc="-9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rows</a:t>
            </a:r>
            <a:r>
              <a:rPr sz="1250" spc="-10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columns.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allows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precise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control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over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placement.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0516" y="3125787"/>
            <a:ext cx="4531360" cy="929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1F1E1E"/>
                </a:solidFill>
                <a:latin typeface="Tahoma"/>
                <a:cs typeface="Tahoma"/>
              </a:rPr>
              <a:t>Broad</a:t>
            </a:r>
            <a:r>
              <a:rPr sz="1650" b="1" spc="15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1F1E1E"/>
                </a:solidFill>
                <a:latin typeface="Tahoma"/>
                <a:cs typeface="Tahoma"/>
              </a:rPr>
              <a:t>Browser</a:t>
            </a:r>
            <a:r>
              <a:rPr sz="1650" b="1" spc="15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1F1E1E"/>
                </a:solidFill>
                <a:latin typeface="Tahoma"/>
                <a:cs typeface="Tahoma"/>
              </a:rPr>
              <a:t>Support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All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major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browsers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support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CSS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Crid.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Support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began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in 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2017.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ensures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wide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compatibility.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Why</a:t>
            </a:r>
            <a:r>
              <a:rPr spc="-2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dirty="0"/>
              <a:t>CSS</a:t>
            </a:r>
            <a:r>
              <a:rPr spc="-25" dirty="0"/>
              <a:t> </a:t>
            </a:r>
            <a:r>
              <a:rPr spc="-10" dirty="0"/>
              <a:t>Grid?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1500" y="2257424"/>
            <a:ext cx="361950" cy="371475"/>
            <a:chOff x="571500" y="2257424"/>
            <a:chExt cx="361950" cy="371475"/>
          </a:xfrm>
        </p:grpSpPr>
        <p:sp>
          <p:nvSpPr>
            <p:cNvPr id="4" name="object 4"/>
            <p:cNvSpPr/>
            <p:nvPr/>
          </p:nvSpPr>
          <p:spPr>
            <a:xfrm>
              <a:off x="576262" y="22621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262" y="22621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71500" y="3267075"/>
            <a:ext cx="361950" cy="371475"/>
            <a:chOff x="571500" y="3267075"/>
            <a:chExt cx="361950" cy="371475"/>
          </a:xfrm>
        </p:grpSpPr>
        <p:sp>
          <p:nvSpPr>
            <p:cNvPr id="7" name="object 7"/>
            <p:cNvSpPr/>
            <p:nvPr/>
          </p:nvSpPr>
          <p:spPr>
            <a:xfrm>
              <a:off x="576262" y="32718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262" y="32718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51422" y="319900"/>
                  </a:lnTo>
                  <a:lnTo>
                    <a:pt x="350753" y="323265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71500" y="4276725"/>
            <a:ext cx="361950" cy="361950"/>
            <a:chOff x="571500" y="4276725"/>
            <a:chExt cx="361950" cy="361950"/>
          </a:xfrm>
        </p:grpSpPr>
        <p:sp>
          <p:nvSpPr>
            <p:cNvPr id="10" name="object 10"/>
            <p:cNvSpPr/>
            <p:nvPr/>
          </p:nvSpPr>
          <p:spPr>
            <a:xfrm>
              <a:off x="576262" y="4281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0177"/>
                  </a:lnTo>
                  <a:lnTo>
                    <a:pt x="0" y="303606"/>
                  </a:lnTo>
                  <a:lnTo>
                    <a:pt x="17725" y="339547"/>
                  </a:lnTo>
                  <a:lnTo>
                    <a:pt x="48816" y="352425"/>
                  </a:lnTo>
                  <a:lnTo>
                    <a:pt x="303610" y="352425"/>
                  </a:lnTo>
                  <a:lnTo>
                    <a:pt x="339545" y="334695"/>
                  </a:lnTo>
                  <a:lnTo>
                    <a:pt x="352425" y="303606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6262" y="4281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37120" y="15303"/>
                  </a:lnTo>
                  <a:lnTo>
                    <a:pt x="339545" y="17729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0177"/>
                  </a:lnTo>
                  <a:lnTo>
                    <a:pt x="352425" y="303606"/>
                  </a:lnTo>
                  <a:lnTo>
                    <a:pt x="352092" y="307009"/>
                  </a:lnTo>
                  <a:lnTo>
                    <a:pt x="351422" y="310375"/>
                  </a:lnTo>
                  <a:lnTo>
                    <a:pt x="350753" y="313740"/>
                  </a:lnTo>
                  <a:lnTo>
                    <a:pt x="349760" y="317004"/>
                  </a:lnTo>
                  <a:lnTo>
                    <a:pt x="348446" y="320167"/>
                  </a:lnTo>
                  <a:lnTo>
                    <a:pt x="347136" y="323342"/>
                  </a:lnTo>
                  <a:lnTo>
                    <a:pt x="337120" y="337121"/>
                  </a:lnTo>
                  <a:lnTo>
                    <a:pt x="334694" y="339547"/>
                  </a:lnTo>
                  <a:lnTo>
                    <a:pt x="310371" y="351421"/>
                  </a:lnTo>
                  <a:lnTo>
                    <a:pt x="307007" y="352094"/>
                  </a:lnTo>
                  <a:lnTo>
                    <a:pt x="303610" y="352425"/>
                  </a:lnTo>
                  <a:lnTo>
                    <a:pt x="300181" y="352425"/>
                  </a:lnTo>
                  <a:lnTo>
                    <a:pt x="52243" y="352425"/>
                  </a:lnTo>
                  <a:lnTo>
                    <a:pt x="48816" y="352425"/>
                  </a:lnTo>
                  <a:lnTo>
                    <a:pt x="45417" y="352094"/>
                  </a:lnTo>
                  <a:lnTo>
                    <a:pt x="42053" y="351421"/>
                  </a:lnTo>
                  <a:lnTo>
                    <a:pt x="38685" y="350748"/>
                  </a:lnTo>
                  <a:lnTo>
                    <a:pt x="23216" y="343623"/>
                  </a:lnTo>
                  <a:lnTo>
                    <a:pt x="20364" y="341718"/>
                  </a:lnTo>
                  <a:lnTo>
                    <a:pt x="17725" y="339547"/>
                  </a:lnTo>
                  <a:lnTo>
                    <a:pt x="15304" y="337121"/>
                  </a:lnTo>
                  <a:lnTo>
                    <a:pt x="12879" y="334695"/>
                  </a:lnTo>
                  <a:lnTo>
                    <a:pt x="3978" y="320167"/>
                  </a:lnTo>
                  <a:lnTo>
                    <a:pt x="2664" y="317004"/>
                  </a:lnTo>
                  <a:lnTo>
                    <a:pt x="1671" y="313740"/>
                  </a:lnTo>
                  <a:lnTo>
                    <a:pt x="1002" y="310375"/>
                  </a:lnTo>
                  <a:lnTo>
                    <a:pt x="332" y="307009"/>
                  </a:lnTo>
                  <a:lnTo>
                    <a:pt x="0" y="303606"/>
                  </a:lnTo>
                  <a:lnTo>
                    <a:pt x="0" y="300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6544" y="2297112"/>
            <a:ext cx="5409565" cy="262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Simplifies</a:t>
            </a:r>
            <a:r>
              <a:rPr sz="1650" b="1" spc="18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Complex</a:t>
            </a:r>
            <a:r>
              <a:rPr sz="1650" b="1" spc="1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Layouts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eliminates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floats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positioning.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intricate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designs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easily.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Responsive</a:t>
            </a:r>
            <a:r>
              <a:rPr sz="1650" b="1" spc="14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by</a:t>
            </a:r>
            <a:r>
              <a:rPr sz="1650" b="1" spc="1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Design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Achieve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fluid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layouts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effortlessly.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Fewer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media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queries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needed.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65" dirty="0">
                <a:solidFill>
                  <a:srgbClr val="3B3434"/>
                </a:solidFill>
                <a:latin typeface="Tahoma"/>
                <a:cs typeface="Tahoma"/>
              </a:rPr>
              <a:t>Enhanced</a:t>
            </a:r>
            <a:r>
              <a:rPr sz="1650" b="1" spc="-2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Control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content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flow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precisely.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Improve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overall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design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integrity.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90" dirty="0"/>
              <a:t> </a:t>
            </a:r>
            <a:r>
              <a:rPr dirty="0"/>
              <a:t>Terminology:</a:t>
            </a:r>
            <a:r>
              <a:rPr spc="-100" dirty="0"/>
              <a:t> </a:t>
            </a:r>
            <a:r>
              <a:rPr spc="-20" dirty="0"/>
              <a:t>Grids, </a:t>
            </a:r>
            <a:r>
              <a:rPr spc="-55" dirty="0"/>
              <a:t>Tracks,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500" y="2305049"/>
            <a:ext cx="2914650" cy="1752600"/>
            <a:chOff x="571500" y="2305049"/>
            <a:chExt cx="2914650" cy="1752600"/>
          </a:xfrm>
        </p:grpSpPr>
        <p:sp>
          <p:nvSpPr>
            <p:cNvPr id="7" name="object 7"/>
            <p:cNvSpPr/>
            <p:nvPr/>
          </p:nvSpPr>
          <p:spPr>
            <a:xfrm>
              <a:off x="576262" y="2309812"/>
              <a:ext cx="2905125" cy="1743075"/>
            </a:xfrm>
            <a:custGeom>
              <a:avLst/>
              <a:gdLst/>
              <a:ahLst/>
              <a:cxnLst/>
              <a:rect l="l" t="t" r="r" b="b"/>
              <a:pathLst>
                <a:path w="2905125" h="1743075">
                  <a:moveTo>
                    <a:pt x="285630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690827"/>
                  </a:lnTo>
                  <a:lnTo>
                    <a:pt x="0" y="1694256"/>
                  </a:lnTo>
                  <a:lnTo>
                    <a:pt x="17725" y="1730197"/>
                  </a:lnTo>
                  <a:lnTo>
                    <a:pt x="48816" y="1743075"/>
                  </a:lnTo>
                  <a:lnTo>
                    <a:pt x="2856306" y="1743075"/>
                  </a:lnTo>
                  <a:lnTo>
                    <a:pt x="2892247" y="1725345"/>
                  </a:lnTo>
                  <a:lnTo>
                    <a:pt x="2905125" y="1694256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262" y="2309812"/>
              <a:ext cx="2905125" cy="1743075"/>
            </a:xfrm>
            <a:custGeom>
              <a:avLst/>
              <a:gdLst/>
              <a:ahLst/>
              <a:cxnLst/>
              <a:rect l="l" t="t" r="r" b="b"/>
              <a:pathLst>
                <a:path w="2905125" h="1743075">
                  <a:moveTo>
                    <a:pt x="0" y="16908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94418" y="20370"/>
                  </a:lnTo>
                  <a:lnTo>
                    <a:pt x="2901149" y="32258"/>
                  </a:lnTo>
                  <a:lnTo>
                    <a:pt x="2902458" y="35420"/>
                  </a:lnTo>
                  <a:lnTo>
                    <a:pt x="2903448" y="38684"/>
                  </a:lnTo>
                  <a:lnTo>
                    <a:pt x="2904121" y="42049"/>
                  </a:lnTo>
                  <a:lnTo>
                    <a:pt x="2904782" y="45415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690827"/>
                  </a:lnTo>
                  <a:lnTo>
                    <a:pt x="2905125" y="1694256"/>
                  </a:lnTo>
                  <a:lnTo>
                    <a:pt x="2904782" y="1697659"/>
                  </a:lnTo>
                  <a:lnTo>
                    <a:pt x="2889821" y="1727771"/>
                  </a:lnTo>
                  <a:lnTo>
                    <a:pt x="2887395" y="1730197"/>
                  </a:lnTo>
                  <a:lnTo>
                    <a:pt x="2884754" y="1732368"/>
                  </a:lnTo>
                  <a:lnTo>
                    <a:pt x="2881896" y="1734273"/>
                  </a:lnTo>
                  <a:lnTo>
                    <a:pt x="2879051" y="1736178"/>
                  </a:lnTo>
                  <a:lnTo>
                    <a:pt x="2856306" y="1743075"/>
                  </a:lnTo>
                  <a:lnTo>
                    <a:pt x="2852877" y="1743075"/>
                  </a:lnTo>
                  <a:lnTo>
                    <a:pt x="52243" y="1743075"/>
                  </a:lnTo>
                  <a:lnTo>
                    <a:pt x="48816" y="1743075"/>
                  </a:lnTo>
                  <a:lnTo>
                    <a:pt x="45417" y="1742744"/>
                  </a:lnTo>
                  <a:lnTo>
                    <a:pt x="42053" y="1742071"/>
                  </a:lnTo>
                  <a:lnTo>
                    <a:pt x="38685" y="1741398"/>
                  </a:lnTo>
                  <a:lnTo>
                    <a:pt x="23216" y="1734273"/>
                  </a:lnTo>
                  <a:lnTo>
                    <a:pt x="20364" y="1732368"/>
                  </a:lnTo>
                  <a:lnTo>
                    <a:pt x="17725" y="1730197"/>
                  </a:lnTo>
                  <a:lnTo>
                    <a:pt x="15304" y="1727771"/>
                  </a:lnTo>
                  <a:lnTo>
                    <a:pt x="12879" y="1725345"/>
                  </a:lnTo>
                  <a:lnTo>
                    <a:pt x="0" y="1694256"/>
                  </a:lnTo>
                  <a:lnTo>
                    <a:pt x="0" y="169082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29654" y="2459037"/>
            <a:ext cx="2499995" cy="1386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Grid</a:t>
            </a:r>
            <a:r>
              <a:rPr sz="1650" b="1" spc="12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Container</a:t>
            </a:r>
            <a:r>
              <a:rPr sz="1650" b="1" spc="12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60" dirty="0">
                <a:solidFill>
                  <a:srgbClr val="3B3434"/>
                </a:solidFill>
                <a:latin typeface="Tahoma"/>
                <a:cs typeface="Tahoma"/>
              </a:rPr>
              <a:t>&amp;</a:t>
            </a:r>
            <a:r>
              <a:rPr sz="1650" b="1" spc="12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3B3434"/>
                </a:solidFill>
                <a:latin typeface="Tahoma"/>
                <a:cs typeface="Tahoma"/>
              </a:rPr>
              <a:t>Items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4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container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is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parent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element.</a:t>
            </a:r>
            <a:r>
              <a:rPr sz="1250" spc="-1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Items</a:t>
            </a:r>
            <a:r>
              <a:rPr sz="125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direct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children.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establishes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their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relationship.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57600" y="2305049"/>
            <a:ext cx="2914650" cy="1752600"/>
            <a:chOff x="3657600" y="2305049"/>
            <a:chExt cx="2914650" cy="1752600"/>
          </a:xfrm>
        </p:grpSpPr>
        <p:sp>
          <p:nvSpPr>
            <p:cNvPr id="11" name="object 11"/>
            <p:cNvSpPr/>
            <p:nvPr/>
          </p:nvSpPr>
          <p:spPr>
            <a:xfrm>
              <a:off x="3662362" y="2309812"/>
              <a:ext cx="2905125" cy="1743075"/>
            </a:xfrm>
            <a:custGeom>
              <a:avLst/>
              <a:gdLst/>
              <a:ahLst/>
              <a:cxnLst/>
              <a:rect l="l" t="t" r="r" b="b"/>
              <a:pathLst>
                <a:path w="2905125" h="1743075">
                  <a:moveTo>
                    <a:pt x="28563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690827"/>
                  </a:lnTo>
                  <a:lnTo>
                    <a:pt x="0" y="1694256"/>
                  </a:lnTo>
                  <a:lnTo>
                    <a:pt x="17729" y="1730197"/>
                  </a:lnTo>
                  <a:lnTo>
                    <a:pt x="48818" y="1743075"/>
                  </a:lnTo>
                  <a:lnTo>
                    <a:pt x="2856306" y="1743075"/>
                  </a:lnTo>
                  <a:lnTo>
                    <a:pt x="2892247" y="1725345"/>
                  </a:lnTo>
                  <a:lnTo>
                    <a:pt x="2905125" y="1694256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2362" y="2309812"/>
              <a:ext cx="2905125" cy="1743075"/>
            </a:xfrm>
            <a:custGeom>
              <a:avLst/>
              <a:gdLst/>
              <a:ahLst/>
              <a:cxnLst/>
              <a:rect l="l" t="t" r="r" b="b"/>
              <a:pathLst>
                <a:path w="2905125" h="1743075">
                  <a:moveTo>
                    <a:pt x="0" y="16908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35420" y="266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63075" y="1003"/>
                  </a:lnTo>
                  <a:lnTo>
                    <a:pt x="2866440" y="1676"/>
                  </a:lnTo>
                  <a:lnTo>
                    <a:pt x="2889821" y="15303"/>
                  </a:lnTo>
                  <a:lnTo>
                    <a:pt x="2892247" y="17729"/>
                  </a:lnTo>
                  <a:lnTo>
                    <a:pt x="2901149" y="32258"/>
                  </a:lnTo>
                  <a:lnTo>
                    <a:pt x="2902458" y="35420"/>
                  </a:lnTo>
                  <a:lnTo>
                    <a:pt x="2903448" y="38684"/>
                  </a:lnTo>
                  <a:lnTo>
                    <a:pt x="2904121" y="42049"/>
                  </a:lnTo>
                  <a:lnTo>
                    <a:pt x="2904782" y="45415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690827"/>
                  </a:lnTo>
                  <a:lnTo>
                    <a:pt x="2905125" y="1694256"/>
                  </a:lnTo>
                  <a:lnTo>
                    <a:pt x="2904782" y="1697659"/>
                  </a:lnTo>
                  <a:lnTo>
                    <a:pt x="2889821" y="1727771"/>
                  </a:lnTo>
                  <a:lnTo>
                    <a:pt x="2887395" y="1730197"/>
                  </a:lnTo>
                  <a:lnTo>
                    <a:pt x="2863075" y="1742071"/>
                  </a:lnTo>
                  <a:lnTo>
                    <a:pt x="2859709" y="1742744"/>
                  </a:lnTo>
                  <a:lnTo>
                    <a:pt x="2856306" y="1743075"/>
                  </a:lnTo>
                  <a:lnTo>
                    <a:pt x="2852877" y="1743075"/>
                  </a:lnTo>
                  <a:lnTo>
                    <a:pt x="52247" y="1743075"/>
                  </a:lnTo>
                  <a:lnTo>
                    <a:pt x="48818" y="1743075"/>
                  </a:lnTo>
                  <a:lnTo>
                    <a:pt x="45415" y="1742744"/>
                  </a:lnTo>
                  <a:lnTo>
                    <a:pt x="15303" y="1727771"/>
                  </a:lnTo>
                  <a:lnTo>
                    <a:pt x="12877" y="1725345"/>
                  </a:lnTo>
                  <a:lnTo>
                    <a:pt x="0" y="1694256"/>
                  </a:lnTo>
                  <a:lnTo>
                    <a:pt x="0" y="169082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12921" y="2459037"/>
            <a:ext cx="2477770" cy="13963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861060">
              <a:lnSpc>
                <a:spcPct val="106100"/>
              </a:lnSpc>
              <a:spcBef>
                <a:spcPts val="15"/>
              </a:spcBef>
            </a:pPr>
            <a:r>
              <a:rPr sz="1650" b="1" spc="-25" dirty="0">
                <a:solidFill>
                  <a:srgbClr val="3B3434"/>
                </a:solidFill>
                <a:latin typeface="Tahoma"/>
                <a:cs typeface="Tahoma"/>
              </a:rPr>
              <a:t>Tracks:</a:t>
            </a:r>
            <a:r>
              <a:rPr sz="1650" b="1" spc="-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Rows </a:t>
            </a:r>
            <a:r>
              <a:rPr sz="1650" b="1" spc="-125" dirty="0">
                <a:solidFill>
                  <a:srgbClr val="3B3434"/>
                </a:solidFill>
                <a:latin typeface="Tahoma"/>
                <a:cs typeface="Tahoma"/>
              </a:rPr>
              <a:t>&amp; 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Columns</a:t>
            </a:r>
            <a:endParaRPr sz="1650">
              <a:latin typeface="Tahoma"/>
              <a:cs typeface="Tahoma"/>
            </a:endParaRPr>
          </a:p>
          <a:p>
            <a:pPr marL="12700" marR="5080" algn="just">
              <a:lnSpc>
                <a:spcPct val="137500"/>
              </a:lnSpc>
              <a:spcBef>
                <a:spcPts val="484"/>
              </a:spcBef>
            </a:pP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Tracks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define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layout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structure.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They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template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properties.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sets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explicit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dimensions.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1500" y="4219575"/>
            <a:ext cx="6000750" cy="1238250"/>
            <a:chOff x="571500" y="4219575"/>
            <a:chExt cx="6000750" cy="1238250"/>
          </a:xfrm>
        </p:grpSpPr>
        <p:sp>
          <p:nvSpPr>
            <p:cNvPr id="15" name="object 15"/>
            <p:cNvSpPr/>
            <p:nvPr/>
          </p:nvSpPr>
          <p:spPr>
            <a:xfrm>
              <a:off x="576262" y="4224337"/>
              <a:ext cx="5991225" cy="1228725"/>
            </a:xfrm>
            <a:custGeom>
              <a:avLst/>
              <a:gdLst/>
              <a:ahLst/>
              <a:cxnLst/>
              <a:rect l="l" t="t" r="r" b="b"/>
              <a:pathLst>
                <a:path w="5991225" h="1228725">
                  <a:moveTo>
                    <a:pt x="594240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76477"/>
                  </a:lnTo>
                  <a:lnTo>
                    <a:pt x="0" y="1179910"/>
                  </a:lnTo>
                  <a:lnTo>
                    <a:pt x="17725" y="1215847"/>
                  </a:lnTo>
                  <a:lnTo>
                    <a:pt x="48816" y="1228726"/>
                  </a:lnTo>
                  <a:lnTo>
                    <a:pt x="5942406" y="1228726"/>
                  </a:lnTo>
                  <a:lnTo>
                    <a:pt x="5978347" y="1210995"/>
                  </a:lnTo>
                  <a:lnTo>
                    <a:pt x="5991225" y="1179910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262" y="4224337"/>
              <a:ext cx="5991225" cy="1228725"/>
            </a:xfrm>
            <a:custGeom>
              <a:avLst/>
              <a:gdLst/>
              <a:ahLst/>
              <a:cxnLst/>
              <a:rect l="l" t="t" r="r" b="b"/>
              <a:pathLst>
                <a:path w="5991225" h="1228725">
                  <a:moveTo>
                    <a:pt x="0" y="11764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87249" y="32258"/>
                  </a:lnTo>
                  <a:lnTo>
                    <a:pt x="5988558" y="35420"/>
                  </a:lnTo>
                  <a:lnTo>
                    <a:pt x="5989548" y="38684"/>
                  </a:lnTo>
                  <a:lnTo>
                    <a:pt x="5990221" y="42049"/>
                  </a:lnTo>
                  <a:lnTo>
                    <a:pt x="5990882" y="45415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1176477"/>
                  </a:lnTo>
                  <a:lnTo>
                    <a:pt x="5991225" y="1179910"/>
                  </a:lnTo>
                  <a:lnTo>
                    <a:pt x="5990882" y="1183308"/>
                  </a:lnTo>
                  <a:lnTo>
                    <a:pt x="5975921" y="1213421"/>
                  </a:lnTo>
                  <a:lnTo>
                    <a:pt x="5973495" y="1215847"/>
                  </a:lnTo>
                  <a:lnTo>
                    <a:pt x="5942406" y="1228726"/>
                  </a:lnTo>
                  <a:lnTo>
                    <a:pt x="5938977" y="1228726"/>
                  </a:lnTo>
                  <a:lnTo>
                    <a:pt x="52243" y="1228726"/>
                  </a:lnTo>
                  <a:lnTo>
                    <a:pt x="48816" y="1228726"/>
                  </a:lnTo>
                  <a:lnTo>
                    <a:pt x="45417" y="1228388"/>
                  </a:lnTo>
                  <a:lnTo>
                    <a:pt x="23216" y="1219920"/>
                  </a:lnTo>
                  <a:lnTo>
                    <a:pt x="20364" y="1218015"/>
                  </a:lnTo>
                  <a:lnTo>
                    <a:pt x="17725" y="1215847"/>
                  </a:lnTo>
                  <a:lnTo>
                    <a:pt x="15304" y="1213421"/>
                  </a:lnTo>
                  <a:lnTo>
                    <a:pt x="12879" y="1210995"/>
                  </a:lnTo>
                  <a:lnTo>
                    <a:pt x="3978" y="1196469"/>
                  </a:lnTo>
                  <a:lnTo>
                    <a:pt x="2664" y="1193304"/>
                  </a:lnTo>
                  <a:lnTo>
                    <a:pt x="1671" y="1190035"/>
                  </a:lnTo>
                  <a:lnTo>
                    <a:pt x="1002" y="1186671"/>
                  </a:lnTo>
                  <a:lnTo>
                    <a:pt x="332" y="1183308"/>
                  </a:lnTo>
                  <a:lnTo>
                    <a:pt x="0" y="1179910"/>
                  </a:lnTo>
                  <a:lnTo>
                    <a:pt x="0" y="11764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9654" y="4373562"/>
            <a:ext cx="542163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Gaps:</a:t>
            </a:r>
            <a:r>
              <a:rPr sz="1650" b="1" spc="-8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Spacing</a:t>
            </a:r>
            <a:endParaRPr sz="1650">
              <a:latin typeface="Tahoma"/>
              <a:cs typeface="Tahoma"/>
            </a:endParaRPr>
          </a:p>
          <a:p>
            <a:pPr marL="12700" marR="5080" indent="-635">
              <a:lnSpc>
                <a:spcPct val="135000"/>
              </a:lnSpc>
              <a:spcBef>
                <a:spcPts val="595"/>
              </a:spcBef>
            </a:pP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Caps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control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space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between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cells.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30" dirty="0">
                <a:solidFill>
                  <a:srgbClr val="3B3434"/>
                </a:solidFill>
                <a:latin typeface="Verdana"/>
                <a:cs typeface="Verdana"/>
              </a:rPr>
              <a:t>gap</a:t>
            </a:r>
            <a:r>
              <a:rPr sz="1250" b="1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property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defines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them.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visual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separation.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339850"/>
            <a:ext cx="606742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spc="-20" dirty="0"/>
              <a:t> </a:t>
            </a:r>
            <a:r>
              <a:rPr dirty="0"/>
              <a:t>Your</a:t>
            </a:r>
            <a:r>
              <a:rPr spc="-10" dirty="0"/>
              <a:t> </a:t>
            </a:r>
            <a:r>
              <a:rPr dirty="0"/>
              <a:t>First</a:t>
            </a:r>
            <a:r>
              <a:rPr spc="-10" dirty="0"/>
              <a:t> </a:t>
            </a:r>
            <a:r>
              <a:rPr dirty="0"/>
              <a:t>CSS</a:t>
            </a:r>
            <a:r>
              <a:rPr spc="-10" dirty="0"/>
              <a:t> </a:t>
            </a:r>
            <a:r>
              <a:rPr spc="-20" dirty="0"/>
              <a:t>Grid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6410" y="2138035"/>
            <a:ext cx="824865" cy="2940050"/>
            <a:chOff x="566410" y="2138035"/>
            <a:chExt cx="824865" cy="2940050"/>
          </a:xfrm>
        </p:grpSpPr>
        <p:sp>
          <p:nvSpPr>
            <p:cNvPr id="4" name="object 4"/>
            <p:cNvSpPr/>
            <p:nvPr/>
          </p:nvSpPr>
          <p:spPr>
            <a:xfrm>
              <a:off x="571500" y="2143124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814387" y="0"/>
                  </a:move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" y="2143124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4"/>
                  </a:move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49" y="2529865"/>
              <a:ext cx="238124" cy="2137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1500" y="3124199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814387" y="0"/>
                  </a:move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0" y="3124199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4"/>
                  </a:move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249" y="3522776"/>
              <a:ext cx="238124" cy="1709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1500" y="4095750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814387" y="0"/>
                  </a:move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00" y="4095750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4"/>
                  </a:move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49" y="4482490"/>
              <a:ext cx="238124" cy="21370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Set</a:t>
            </a:r>
            <a:r>
              <a:rPr spc="100" dirty="0"/>
              <a:t> </a:t>
            </a:r>
            <a:r>
              <a:rPr dirty="0"/>
              <a:t>Display</a:t>
            </a:r>
            <a:r>
              <a:rPr spc="105" dirty="0"/>
              <a:t> </a:t>
            </a:r>
            <a:r>
              <a:rPr spc="-20" dirty="0"/>
              <a:t>Grid</a:t>
            </a: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b="0" dirty="0">
                <a:latin typeface="Verdana"/>
                <a:cs typeface="Verdana"/>
              </a:rPr>
              <a:t>Apply</a:t>
            </a:r>
            <a:r>
              <a:rPr sz="1250" b="0" spc="-40" dirty="0">
                <a:latin typeface="Verdana"/>
                <a:cs typeface="Verdana"/>
              </a:rPr>
              <a:t> </a:t>
            </a:r>
            <a:r>
              <a:rPr sz="1250" spc="-55" dirty="0">
                <a:latin typeface="Verdana"/>
                <a:cs typeface="Verdana"/>
              </a:rPr>
              <a:t>display:</a:t>
            </a:r>
            <a:r>
              <a:rPr sz="1250" spc="-60" dirty="0">
                <a:latin typeface="Verdana"/>
                <a:cs typeface="Verdana"/>
              </a:rPr>
              <a:t> </a:t>
            </a:r>
            <a:r>
              <a:rPr sz="1250" spc="-25" dirty="0">
                <a:latin typeface="Verdana"/>
                <a:cs typeface="Verdana"/>
              </a:rPr>
              <a:t>grid </a:t>
            </a:r>
            <a:r>
              <a:rPr sz="1250" b="0" spc="65" dirty="0">
                <a:latin typeface="Verdana"/>
                <a:cs typeface="Verdana"/>
              </a:rPr>
              <a:t>to</a:t>
            </a:r>
            <a:r>
              <a:rPr sz="1250" b="0" spc="-3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the</a:t>
            </a:r>
            <a:r>
              <a:rPr sz="1250" b="0" spc="-3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container.</a:t>
            </a:r>
            <a:r>
              <a:rPr sz="1250" b="0" spc="-4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This</a:t>
            </a:r>
            <a:r>
              <a:rPr sz="1250" b="0" spc="-3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initializes</a:t>
            </a:r>
            <a:r>
              <a:rPr sz="1250" b="0" spc="-4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the</a:t>
            </a:r>
            <a:r>
              <a:rPr sz="1250" b="0" spc="-3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grid</a:t>
            </a:r>
            <a:r>
              <a:rPr sz="1250" b="0" spc="-3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context.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Define</a:t>
            </a:r>
            <a:r>
              <a:rPr spc="145" dirty="0"/>
              <a:t> </a:t>
            </a:r>
            <a:r>
              <a:rPr spc="45" dirty="0"/>
              <a:t>Columns</a:t>
            </a: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b="0" dirty="0">
                <a:latin typeface="Verdana"/>
                <a:cs typeface="Verdana"/>
              </a:rPr>
              <a:t>Use</a:t>
            </a:r>
            <a:r>
              <a:rPr sz="1250" b="0" spc="-2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grid-</a:t>
            </a:r>
            <a:r>
              <a:rPr sz="1250" spc="-35" dirty="0">
                <a:latin typeface="Verdana"/>
                <a:cs typeface="Verdana"/>
              </a:rPr>
              <a:t>template-columns</a:t>
            </a:r>
            <a:r>
              <a:rPr sz="125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property.</a:t>
            </a:r>
            <a:r>
              <a:rPr sz="1250" b="0" spc="-2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Specify</a:t>
            </a:r>
            <a:r>
              <a:rPr sz="1250" b="0" spc="-2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column</a:t>
            </a:r>
            <a:r>
              <a:rPr sz="1250" b="0" spc="-2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widths.</a:t>
            </a:r>
            <a:r>
              <a:rPr sz="1250" b="0" spc="-20" dirty="0">
                <a:latin typeface="Verdana"/>
                <a:cs typeface="Verdana"/>
              </a:rPr>
              <a:t> </a:t>
            </a:r>
            <a:r>
              <a:rPr sz="1250" b="0" spc="-30" dirty="0">
                <a:latin typeface="Verdana"/>
                <a:cs typeface="Verdana"/>
              </a:rPr>
              <a:t>Example:</a:t>
            </a:r>
            <a:r>
              <a:rPr sz="1250" b="0" spc="-2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200px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200px</a:t>
            </a:r>
            <a:r>
              <a:rPr sz="1250" spc="-4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200px</a:t>
            </a:r>
            <a:r>
              <a:rPr sz="1250" b="0" spc="-10" dirty="0"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pc="110" dirty="0"/>
              <a:t>Add</a:t>
            </a:r>
            <a:r>
              <a:rPr spc="-30" dirty="0"/>
              <a:t> </a:t>
            </a:r>
            <a:r>
              <a:rPr spc="-20" dirty="0"/>
              <a:t>Rows</a:t>
            </a: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b="0" dirty="0">
                <a:latin typeface="Verdana"/>
                <a:cs typeface="Verdana"/>
              </a:rPr>
              <a:t>Utilize</a:t>
            </a:r>
            <a:r>
              <a:rPr sz="1250" b="0" spc="-1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grid-</a:t>
            </a:r>
            <a:r>
              <a:rPr sz="1250" spc="-35" dirty="0">
                <a:latin typeface="Verdana"/>
                <a:cs typeface="Verdana"/>
              </a:rPr>
              <a:t>template-</a:t>
            </a:r>
            <a:r>
              <a:rPr sz="1250" spc="-70" dirty="0">
                <a:latin typeface="Verdana"/>
                <a:cs typeface="Verdana"/>
              </a:rPr>
              <a:t>rows</a:t>
            </a:r>
            <a:r>
              <a:rPr sz="1250" b="0" spc="-70" dirty="0">
                <a:latin typeface="Verdana"/>
                <a:cs typeface="Verdana"/>
              </a:rPr>
              <a:t>.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Define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explicit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row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heights.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This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spc="45" dirty="0">
                <a:latin typeface="Verdana"/>
                <a:cs typeface="Verdana"/>
              </a:rPr>
              <a:t>completes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the</a:t>
            </a:r>
            <a:r>
              <a:rPr sz="1250" b="0" spc="-10" dirty="0">
                <a:latin typeface="Verdana"/>
                <a:cs typeface="Verdana"/>
              </a:rPr>
              <a:t> </a:t>
            </a:r>
            <a:r>
              <a:rPr sz="1250" b="0" dirty="0">
                <a:latin typeface="Verdana"/>
                <a:cs typeface="Verdana"/>
              </a:rPr>
              <a:t>grid</a:t>
            </a:r>
            <a:r>
              <a:rPr sz="1250" b="0" spc="-5" dirty="0">
                <a:latin typeface="Verdana"/>
                <a:cs typeface="Verdana"/>
              </a:rPr>
              <a:t> </a:t>
            </a:r>
            <a:r>
              <a:rPr sz="1250" b="0" spc="-10" dirty="0">
                <a:latin typeface="Verdana"/>
                <a:cs typeface="Verdana"/>
              </a:rPr>
              <a:t>structure.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930400"/>
            <a:ext cx="630047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Core</a:t>
            </a:r>
            <a:r>
              <a:rPr spc="20" dirty="0"/>
              <a:t> </a:t>
            </a:r>
            <a:r>
              <a:rPr dirty="0"/>
              <a:t>Properties</a:t>
            </a:r>
            <a:r>
              <a:rPr spc="20" dirty="0"/>
              <a:t> </a:t>
            </a:r>
            <a:r>
              <a:rPr spc="100" dirty="0"/>
              <a:t>and</a:t>
            </a:r>
            <a:r>
              <a:rPr spc="20" dirty="0"/>
              <a:t> </a:t>
            </a:r>
            <a:r>
              <a:rPr spc="-10" dirty="0"/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571499" y="2734945"/>
            <a:ext cx="407670" cy="398780"/>
          </a:xfrm>
          <a:custGeom>
            <a:avLst/>
            <a:gdLst/>
            <a:ahLst/>
            <a:cxnLst/>
            <a:rect l="l" t="t" r="r" b="b"/>
            <a:pathLst>
              <a:path w="407669" h="398780">
                <a:moveTo>
                  <a:pt x="216917" y="0"/>
                </a:moveTo>
                <a:lnTo>
                  <a:pt x="190276" y="0"/>
                </a:lnTo>
                <a:lnTo>
                  <a:pt x="177006" y="1270"/>
                </a:lnTo>
                <a:lnTo>
                  <a:pt x="138112" y="10160"/>
                </a:lnTo>
                <a:lnTo>
                  <a:pt x="101738" y="26670"/>
                </a:lnTo>
                <a:lnTo>
                  <a:pt x="96028" y="30480"/>
                </a:lnTo>
                <a:lnTo>
                  <a:pt x="84941" y="36830"/>
                </a:lnTo>
                <a:lnTo>
                  <a:pt x="79593" y="41910"/>
                </a:lnTo>
                <a:lnTo>
                  <a:pt x="69279" y="49530"/>
                </a:lnTo>
                <a:lnTo>
                  <a:pt x="64348" y="54610"/>
                </a:lnTo>
                <a:lnTo>
                  <a:pt x="38016" y="83820"/>
                </a:lnTo>
                <a:lnTo>
                  <a:pt x="27185" y="101600"/>
                </a:lnTo>
                <a:lnTo>
                  <a:pt x="20895" y="113030"/>
                </a:lnTo>
                <a:lnTo>
                  <a:pt x="6831" y="149860"/>
                </a:lnTo>
                <a:lnTo>
                  <a:pt x="327" y="189230"/>
                </a:lnTo>
                <a:lnTo>
                  <a:pt x="218" y="191770"/>
                </a:lnTo>
                <a:lnTo>
                  <a:pt x="109" y="194310"/>
                </a:lnTo>
                <a:lnTo>
                  <a:pt x="0" y="209550"/>
                </a:lnTo>
                <a:lnTo>
                  <a:pt x="262" y="214630"/>
                </a:lnTo>
                <a:lnTo>
                  <a:pt x="327" y="215900"/>
                </a:lnTo>
                <a:lnTo>
                  <a:pt x="6831" y="255270"/>
                </a:lnTo>
                <a:lnTo>
                  <a:pt x="20895" y="293370"/>
                </a:lnTo>
                <a:lnTo>
                  <a:pt x="27185" y="304800"/>
                </a:lnTo>
                <a:lnTo>
                  <a:pt x="30609" y="311150"/>
                </a:lnTo>
                <a:lnTo>
                  <a:pt x="38016" y="321310"/>
                </a:lnTo>
                <a:lnTo>
                  <a:pt x="41984" y="326390"/>
                </a:lnTo>
                <a:lnTo>
                  <a:pt x="50443" y="337820"/>
                </a:lnTo>
                <a:lnTo>
                  <a:pt x="54917" y="341630"/>
                </a:lnTo>
                <a:lnTo>
                  <a:pt x="64348" y="351790"/>
                </a:lnTo>
                <a:lnTo>
                  <a:pt x="69279" y="355600"/>
                </a:lnTo>
                <a:lnTo>
                  <a:pt x="101738" y="379730"/>
                </a:lnTo>
                <a:lnTo>
                  <a:pt x="138112" y="396240"/>
                </a:lnTo>
                <a:lnTo>
                  <a:pt x="149834" y="398780"/>
                </a:lnTo>
                <a:lnTo>
                  <a:pt x="257359" y="398780"/>
                </a:lnTo>
                <a:lnTo>
                  <a:pt x="269081" y="396240"/>
                </a:lnTo>
                <a:lnTo>
                  <a:pt x="287670" y="388620"/>
                </a:lnTo>
                <a:lnTo>
                  <a:pt x="293692" y="386080"/>
                </a:lnTo>
                <a:lnTo>
                  <a:pt x="303102" y="381000"/>
                </a:lnTo>
                <a:lnTo>
                  <a:pt x="194845" y="381000"/>
                </a:lnTo>
                <a:lnTo>
                  <a:pt x="186135" y="379730"/>
                </a:lnTo>
                <a:lnTo>
                  <a:pt x="177466" y="379730"/>
                </a:lnTo>
                <a:lnTo>
                  <a:pt x="168840" y="377190"/>
                </a:lnTo>
                <a:lnTo>
                  <a:pt x="160299" y="375920"/>
                </a:lnTo>
                <a:lnTo>
                  <a:pt x="143590" y="370840"/>
                </a:lnTo>
                <a:lnTo>
                  <a:pt x="135423" y="367030"/>
                </a:lnTo>
                <a:lnTo>
                  <a:pt x="127418" y="364490"/>
                </a:lnTo>
                <a:lnTo>
                  <a:pt x="90580" y="340360"/>
                </a:lnTo>
                <a:lnTo>
                  <a:pt x="60513" y="308610"/>
                </a:lnTo>
                <a:lnTo>
                  <a:pt x="55473" y="302260"/>
                </a:lnTo>
                <a:lnTo>
                  <a:pt x="50789" y="294640"/>
                </a:lnTo>
                <a:lnTo>
                  <a:pt x="46483" y="287020"/>
                </a:lnTo>
                <a:lnTo>
                  <a:pt x="42556" y="279400"/>
                </a:lnTo>
                <a:lnTo>
                  <a:pt x="39008" y="270510"/>
                </a:lnTo>
                <a:lnTo>
                  <a:pt x="35857" y="262890"/>
                </a:lnTo>
                <a:lnTo>
                  <a:pt x="26305" y="220980"/>
                </a:lnTo>
                <a:lnTo>
                  <a:pt x="25663" y="212090"/>
                </a:lnTo>
                <a:lnTo>
                  <a:pt x="25755" y="193040"/>
                </a:lnTo>
                <a:lnTo>
                  <a:pt x="26030" y="189230"/>
                </a:lnTo>
                <a:lnTo>
                  <a:pt x="26122" y="187960"/>
                </a:lnTo>
                <a:lnTo>
                  <a:pt x="26213" y="186690"/>
                </a:lnTo>
                <a:lnTo>
                  <a:pt x="35857" y="143510"/>
                </a:lnTo>
                <a:lnTo>
                  <a:pt x="39008" y="134620"/>
                </a:lnTo>
                <a:lnTo>
                  <a:pt x="60513" y="96520"/>
                </a:lnTo>
                <a:lnTo>
                  <a:pt x="90580" y="64770"/>
                </a:lnTo>
                <a:lnTo>
                  <a:pt x="127418" y="41910"/>
                </a:lnTo>
                <a:lnTo>
                  <a:pt x="168840" y="27940"/>
                </a:lnTo>
                <a:lnTo>
                  <a:pt x="186135" y="25400"/>
                </a:lnTo>
                <a:lnTo>
                  <a:pt x="303102" y="25400"/>
                </a:lnTo>
                <a:lnTo>
                  <a:pt x="293692" y="20320"/>
                </a:lnTo>
                <a:lnTo>
                  <a:pt x="275352" y="12700"/>
                </a:lnTo>
                <a:lnTo>
                  <a:pt x="269081" y="10160"/>
                </a:lnTo>
                <a:lnTo>
                  <a:pt x="256316" y="6350"/>
                </a:lnTo>
                <a:lnTo>
                  <a:pt x="230187" y="1270"/>
                </a:lnTo>
                <a:lnTo>
                  <a:pt x="216917" y="0"/>
                </a:lnTo>
                <a:close/>
              </a:path>
              <a:path w="407669" h="398780">
                <a:moveTo>
                  <a:pt x="303102" y="25400"/>
                </a:moveTo>
                <a:lnTo>
                  <a:pt x="221058" y="25400"/>
                </a:lnTo>
                <a:lnTo>
                  <a:pt x="238353" y="27940"/>
                </a:lnTo>
                <a:lnTo>
                  <a:pt x="271769" y="38100"/>
                </a:lnTo>
                <a:lnTo>
                  <a:pt x="309728" y="59690"/>
                </a:lnTo>
                <a:lnTo>
                  <a:pt x="341306" y="90170"/>
                </a:lnTo>
                <a:lnTo>
                  <a:pt x="364635" y="127000"/>
                </a:lnTo>
                <a:lnTo>
                  <a:pt x="371334" y="143510"/>
                </a:lnTo>
                <a:lnTo>
                  <a:pt x="374075" y="151130"/>
                </a:lnTo>
                <a:lnTo>
                  <a:pt x="381347" y="191770"/>
                </a:lnTo>
                <a:lnTo>
                  <a:pt x="381438" y="193040"/>
                </a:lnTo>
                <a:lnTo>
                  <a:pt x="381530" y="212090"/>
                </a:lnTo>
                <a:lnTo>
                  <a:pt x="381072" y="218440"/>
                </a:lnTo>
                <a:lnTo>
                  <a:pt x="380980" y="219710"/>
                </a:lnTo>
                <a:lnTo>
                  <a:pt x="371334" y="262890"/>
                </a:lnTo>
                <a:lnTo>
                  <a:pt x="368180" y="270510"/>
                </a:lnTo>
                <a:lnTo>
                  <a:pt x="364635" y="279400"/>
                </a:lnTo>
                <a:lnTo>
                  <a:pt x="360709" y="287020"/>
                </a:lnTo>
                <a:lnTo>
                  <a:pt x="356405" y="294640"/>
                </a:lnTo>
                <a:lnTo>
                  <a:pt x="351720" y="302260"/>
                </a:lnTo>
                <a:lnTo>
                  <a:pt x="346679" y="308610"/>
                </a:lnTo>
                <a:lnTo>
                  <a:pt x="341306" y="316230"/>
                </a:lnTo>
                <a:lnTo>
                  <a:pt x="309728" y="345440"/>
                </a:lnTo>
                <a:lnTo>
                  <a:pt x="271769" y="367030"/>
                </a:lnTo>
                <a:lnTo>
                  <a:pt x="263602" y="370840"/>
                </a:lnTo>
                <a:lnTo>
                  <a:pt x="246894" y="375920"/>
                </a:lnTo>
                <a:lnTo>
                  <a:pt x="238353" y="377190"/>
                </a:lnTo>
                <a:lnTo>
                  <a:pt x="229727" y="379730"/>
                </a:lnTo>
                <a:lnTo>
                  <a:pt x="221058" y="379730"/>
                </a:lnTo>
                <a:lnTo>
                  <a:pt x="212349" y="381000"/>
                </a:lnTo>
                <a:lnTo>
                  <a:pt x="303102" y="381000"/>
                </a:lnTo>
                <a:lnTo>
                  <a:pt x="337913" y="355600"/>
                </a:lnTo>
                <a:lnTo>
                  <a:pt x="342845" y="351790"/>
                </a:lnTo>
                <a:lnTo>
                  <a:pt x="352276" y="341630"/>
                </a:lnTo>
                <a:lnTo>
                  <a:pt x="356750" y="337820"/>
                </a:lnTo>
                <a:lnTo>
                  <a:pt x="365208" y="326390"/>
                </a:lnTo>
                <a:lnTo>
                  <a:pt x="369177" y="321310"/>
                </a:lnTo>
                <a:lnTo>
                  <a:pt x="376584" y="311150"/>
                </a:lnTo>
                <a:lnTo>
                  <a:pt x="380008" y="304800"/>
                </a:lnTo>
                <a:lnTo>
                  <a:pt x="386298" y="293370"/>
                </a:lnTo>
                <a:lnTo>
                  <a:pt x="400362" y="255270"/>
                </a:lnTo>
                <a:lnTo>
                  <a:pt x="406866" y="215900"/>
                </a:lnTo>
                <a:lnTo>
                  <a:pt x="407193" y="209550"/>
                </a:lnTo>
                <a:lnTo>
                  <a:pt x="407084" y="194310"/>
                </a:lnTo>
                <a:lnTo>
                  <a:pt x="401980" y="156210"/>
                </a:lnTo>
                <a:lnTo>
                  <a:pt x="386298" y="113030"/>
                </a:lnTo>
                <a:lnTo>
                  <a:pt x="380008" y="101600"/>
                </a:lnTo>
                <a:lnTo>
                  <a:pt x="376584" y="95250"/>
                </a:lnTo>
                <a:lnTo>
                  <a:pt x="352276" y="63500"/>
                </a:lnTo>
                <a:lnTo>
                  <a:pt x="342845" y="54610"/>
                </a:lnTo>
                <a:lnTo>
                  <a:pt x="337913" y="49530"/>
                </a:lnTo>
                <a:lnTo>
                  <a:pt x="327600" y="41910"/>
                </a:lnTo>
                <a:lnTo>
                  <a:pt x="322252" y="36830"/>
                </a:lnTo>
                <a:lnTo>
                  <a:pt x="311165" y="30480"/>
                </a:lnTo>
                <a:lnTo>
                  <a:pt x="305455" y="26670"/>
                </a:lnTo>
                <a:lnTo>
                  <a:pt x="303102" y="25400"/>
                </a:lnTo>
                <a:close/>
              </a:path>
              <a:path w="407669" h="398780">
                <a:moveTo>
                  <a:pt x="291591" y="96520"/>
                </a:moveTo>
                <a:lnTo>
                  <a:pt x="277242" y="96520"/>
                </a:lnTo>
                <a:lnTo>
                  <a:pt x="160729" y="135890"/>
                </a:lnTo>
                <a:lnTo>
                  <a:pt x="97740" y="276860"/>
                </a:lnTo>
                <a:lnTo>
                  <a:pt x="97193" y="290830"/>
                </a:lnTo>
                <a:lnTo>
                  <a:pt x="103915" y="302260"/>
                </a:lnTo>
                <a:lnTo>
                  <a:pt x="115602" y="309880"/>
                </a:lnTo>
                <a:lnTo>
                  <a:pt x="129951" y="308610"/>
                </a:lnTo>
                <a:lnTo>
                  <a:pt x="203742" y="284480"/>
                </a:lnTo>
                <a:lnTo>
                  <a:pt x="121919" y="284480"/>
                </a:lnTo>
                <a:lnTo>
                  <a:pt x="162005" y="163830"/>
                </a:lnTo>
                <a:lnTo>
                  <a:pt x="164946" y="161290"/>
                </a:lnTo>
                <a:lnTo>
                  <a:pt x="285273" y="121920"/>
                </a:lnTo>
                <a:lnTo>
                  <a:pt x="309751" y="121920"/>
                </a:lnTo>
                <a:lnTo>
                  <a:pt x="309999" y="115570"/>
                </a:lnTo>
                <a:lnTo>
                  <a:pt x="303278" y="102870"/>
                </a:lnTo>
                <a:lnTo>
                  <a:pt x="291591" y="96520"/>
                </a:lnTo>
                <a:close/>
              </a:path>
              <a:path w="407669" h="398780">
                <a:moveTo>
                  <a:pt x="309751" y="121920"/>
                </a:moveTo>
                <a:lnTo>
                  <a:pt x="285273" y="121920"/>
                </a:lnTo>
                <a:lnTo>
                  <a:pt x="245189" y="241300"/>
                </a:lnTo>
                <a:lnTo>
                  <a:pt x="242247" y="245110"/>
                </a:lnTo>
                <a:lnTo>
                  <a:pt x="121919" y="284480"/>
                </a:lnTo>
                <a:lnTo>
                  <a:pt x="203742" y="284480"/>
                </a:lnTo>
                <a:lnTo>
                  <a:pt x="246463" y="270510"/>
                </a:lnTo>
                <a:lnTo>
                  <a:pt x="309453" y="129540"/>
                </a:lnTo>
                <a:lnTo>
                  <a:pt x="309751" y="121920"/>
                </a:lnTo>
                <a:close/>
              </a:path>
              <a:path w="407669" h="398780">
                <a:moveTo>
                  <a:pt x="208563" y="184150"/>
                </a:moveTo>
                <a:lnTo>
                  <a:pt x="198630" y="184150"/>
                </a:lnTo>
                <a:lnTo>
                  <a:pt x="193953" y="186690"/>
                </a:lnTo>
                <a:lnTo>
                  <a:pt x="191889" y="187960"/>
                </a:lnTo>
                <a:lnTo>
                  <a:pt x="188311" y="191770"/>
                </a:lnTo>
                <a:lnTo>
                  <a:pt x="186932" y="193040"/>
                </a:lnTo>
                <a:lnTo>
                  <a:pt x="184993" y="198120"/>
                </a:lnTo>
                <a:lnTo>
                  <a:pt x="184506" y="200660"/>
                </a:lnTo>
                <a:lnTo>
                  <a:pt x="184506" y="205740"/>
                </a:lnTo>
                <a:lnTo>
                  <a:pt x="198630" y="220980"/>
                </a:lnTo>
                <a:lnTo>
                  <a:pt x="201066" y="222250"/>
                </a:lnTo>
                <a:lnTo>
                  <a:pt x="206127" y="222250"/>
                </a:lnTo>
                <a:lnTo>
                  <a:pt x="208563" y="220980"/>
                </a:lnTo>
                <a:lnTo>
                  <a:pt x="213240" y="219710"/>
                </a:lnTo>
                <a:lnTo>
                  <a:pt x="222681" y="205740"/>
                </a:lnTo>
                <a:lnTo>
                  <a:pt x="222681" y="200660"/>
                </a:lnTo>
                <a:lnTo>
                  <a:pt x="222200" y="198120"/>
                </a:lnTo>
                <a:lnTo>
                  <a:pt x="220261" y="193040"/>
                </a:lnTo>
                <a:lnTo>
                  <a:pt x="218881" y="191770"/>
                </a:lnTo>
                <a:lnTo>
                  <a:pt x="215304" y="187960"/>
                </a:lnTo>
                <a:lnTo>
                  <a:pt x="213240" y="186690"/>
                </a:lnTo>
                <a:lnTo>
                  <a:pt x="208563" y="18415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7311" y="3325812"/>
            <a:ext cx="3152775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70" dirty="0">
                <a:solidFill>
                  <a:srgbClr val="3B3434"/>
                </a:solidFill>
                <a:latin typeface="Tahoma"/>
                <a:cs typeface="Tahoma"/>
              </a:rPr>
              <a:t>Named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 Layout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Zones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b="1" spc="-10" dirty="0">
                <a:solidFill>
                  <a:srgbClr val="3B3434"/>
                </a:solidFill>
                <a:latin typeface="Verdana"/>
                <a:cs typeface="Verdana"/>
              </a:rPr>
              <a:t>grid-</a:t>
            </a:r>
            <a:r>
              <a:rPr sz="1250" b="1" spc="-35" dirty="0">
                <a:solidFill>
                  <a:srgbClr val="3B3434"/>
                </a:solidFill>
                <a:latin typeface="Verdana"/>
                <a:cs typeface="Verdana"/>
              </a:rPr>
              <a:t>template-</a:t>
            </a:r>
            <a:r>
              <a:rPr sz="1250" b="1" spc="-75" dirty="0">
                <a:solidFill>
                  <a:srgbClr val="3B3434"/>
                </a:solidFill>
                <a:latin typeface="Verdana"/>
                <a:cs typeface="Verdana"/>
              </a:rPr>
              <a:t>areas</a:t>
            </a:r>
            <a:r>
              <a:rPr sz="1250" b="1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named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zones.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simplifies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complex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layouts.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Assign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areas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 with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ease.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7174" y="2734945"/>
            <a:ext cx="407670" cy="398780"/>
          </a:xfrm>
          <a:custGeom>
            <a:avLst/>
            <a:gdLst/>
            <a:ahLst/>
            <a:cxnLst/>
            <a:rect l="l" t="t" r="r" b="b"/>
            <a:pathLst>
              <a:path w="407670" h="398780">
                <a:moveTo>
                  <a:pt x="216915" y="0"/>
                </a:moveTo>
                <a:lnTo>
                  <a:pt x="190271" y="0"/>
                </a:lnTo>
                <a:lnTo>
                  <a:pt x="177012" y="1270"/>
                </a:lnTo>
                <a:lnTo>
                  <a:pt x="138112" y="10160"/>
                </a:lnTo>
                <a:lnTo>
                  <a:pt x="101739" y="26670"/>
                </a:lnTo>
                <a:lnTo>
                  <a:pt x="96024" y="30480"/>
                </a:lnTo>
                <a:lnTo>
                  <a:pt x="84937" y="36830"/>
                </a:lnTo>
                <a:lnTo>
                  <a:pt x="79590" y="41910"/>
                </a:lnTo>
                <a:lnTo>
                  <a:pt x="69278" y="49530"/>
                </a:lnTo>
                <a:lnTo>
                  <a:pt x="64350" y="54610"/>
                </a:lnTo>
                <a:lnTo>
                  <a:pt x="38011" y="83820"/>
                </a:lnTo>
                <a:lnTo>
                  <a:pt x="27190" y="101600"/>
                </a:lnTo>
                <a:lnTo>
                  <a:pt x="20891" y="113030"/>
                </a:lnTo>
                <a:lnTo>
                  <a:pt x="6832" y="149860"/>
                </a:lnTo>
                <a:lnTo>
                  <a:pt x="330" y="189230"/>
                </a:lnTo>
                <a:lnTo>
                  <a:pt x="0" y="209550"/>
                </a:lnTo>
                <a:lnTo>
                  <a:pt x="330" y="215900"/>
                </a:lnTo>
                <a:lnTo>
                  <a:pt x="6832" y="255270"/>
                </a:lnTo>
                <a:lnTo>
                  <a:pt x="20891" y="293370"/>
                </a:lnTo>
                <a:lnTo>
                  <a:pt x="27190" y="304800"/>
                </a:lnTo>
                <a:lnTo>
                  <a:pt x="30606" y="311150"/>
                </a:lnTo>
                <a:lnTo>
                  <a:pt x="38011" y="321310"/>
                </a:lnTo>
                <a:lnTo>
                  <a:pt x="41986" y="326390"/>
                </a:lnTo>
                <a:lnTo>
                  <a:pt x="50444" y="337820"/>
                </a:lnTo>
                <a:lnTo>
                  <a:pt x="54914" y="341630"/>
                </a:lnTo>
                <a:lnTo>
                  <a:pt x="64350" y="351790"/>
                </a:lnTo>
                <a:lnTo>
                  <a:pt x="69278" y="355600"/>
                </a:lnTo>
                <a:lnTo>
                  <a:pt x="101739" y="379730"/>
                </a:lnTo>
                <a:lnTo>
                  <a:pt x="138112" y="396240"/>
                </a:lnTo>
                <a:lnTo>
                  <a:pt x="149834" y="398780"/>
                </a:lnTo>
                <a:lnTo>
                  <a:pt x="257355" y="398780"/>
                </a:lnTo>
                <a:lnTo>
                  <a:pt x="269074" y="396240"/>
                </a:lnTo>
                <a:lnTo>
                  <a:pt x="287667" y="388620"/>
                </a:lnTo>
                <a:lnTo>
                  <a:pt x="293687" y="386080"/>
                </a:lnTo>
                <a:lnTo>
                  <a:pt x="303095" y="381000"/>
                </a:lnTo>
                <a:lnTo>
                  <a:pt x="194842" y="381000"/>
                </a:lnTo>
                <a:lnTo>
                  <a:pt x="186134" y="379730"/>
                </a:lnTo>
                <a:lnTo>
                  <a:pt x="177468" y="379730"/>
                </a:lnTo>
                <a:lnTo>
                  <a:pt x="168846" y="377190"/>
                </a:lnTo>
                <a:lnTo>
                  <a:pt x="160299" y="375920"/>
                </a:lnTo>
                <a:lnTo>
                  <a:pt x="143587" y="370840"/>
                </a:lnTo>
                <a:lnTo>
                  <a:pt x="135420" y="367030"/>
                </a:lnTo>
                <a:lnTo>
                  <a:pt x="127416" y="364490"/>
                </a:lnTo>
                <a:lnTo>
                  <a:pt x="90581" y="340360"/>
                </a:lnTo>
                <a:lnTo>
                  <a:pt x="60515" y="308610"/>
                </a:lnTo>
                <a:lnTo>
                  <a:pt x="55473" y="302260"/>
                </a:lnTo>
                <a:lnTo>
                  <a:pt x="50787" y="294640"/>
                </a:lnTo>
                <a:lnTo>
                  <a:pt x="46480" y="287020"/>
                </a:lnTo>
                <a:lnTo>
                  <a:pt x="42552" y="279400"/>
                </a:lnTo>
                <a:lnTo>
                  <a:pt x="39001" y="270510"/>
                </a:lnTo>
                <a:lnTo>
                  <a:pt x="35853" y="262890"/>
                </a:lnTo>
                <a:lnTo>
                  <a:pt x="26306" y="220980"/>
                </a:lnTo>
                <a:lnTo>
                  <a:pt x="25756" y="213360"/>
                </a:lnTo>
                <a:lnTo>
                  <a:pt x="25664" y="212090"/>
                </a:lnTo>
                <a:lnTo>
                  <a:pt x="25542" y="207010"/>
                </a:lnTo>
                <a:lnTo>
                  <a:pt x="25450" y="203200"/>
                </a:lnTo>
                <a:lnTo>
                  <a:pt x="25603" y="196850"/>
                </a:lnTo>
                <a:lnTo>
                  <a:pt x="33115" y="151130"/>
                </a:lnTo>
                <a:lnTo>
                  <a:pt x="35853" y="143510"/>
                </a:lnTo>
                <a:lnTo>
                  <a:pt x="39001" y="134620"/>
                </a:lnTo>
                <a:lnTo>
                  <a:pt x="60515" y="96520"/>
                </a:lnTo>
                <a:lnTo>
                  <a:pt x="90581" y="64770"/>
                </a:lnTo>
                <a:lnTo>
                  <a:pt x="127416" y="41910"/>
                </a:lnTo>
                <a:lnTo>
                  <a:pt x="168846" y="27940"/>
                </a:lnTo>
                <a:lnTo>
                  <a:pt x="186134" y="25400"/>
                </a:lnTo>
                <a:lnTo>
                  <a:pt x="303095" y="25400"/>
                </a:lnTo>
                <a:lnTo>
                  <a:pt x="293687" y="20320"/>
                </a:lnTo>
                <a:lnTo>
                  <a:pt x="275348" y="12700"/>
                </a:lnTo>
                <a:lnTo>
                  <a:pt x="269074" y="10160"/>
                </a:lnTo>
                <a:lnTo>
                  <a:pt x="256311" y="6350"/>
                </a:lnTo>
                <a:lnTo>
                  <a:pt x="230187" y="1270"/>
                </a:lnTo>
                <a:lnTo>
                  <a:pt x="216915" y="0"/>
                </a:lnTo>
                <a:close/>
              </a:path>
              <a:path w="407670" h="398780">
                <a:moveTo>
                  <a:pt x="303095" y="25400"/>
                </a:moveTo>
                <a:lnTo>
                  <a:pt x="221054" y="25400"/>
                </a:lnTo>
                <a:lnTo>
                  <a:pt x="238353" y="27940"/>
                </a:lnTo>
                <a:lnTo>
                  <a:pt x="271767" y="38100"/>
                </a:lnTo>
                <a:lnTo>
                  <a:pt x="309725" y="59690"/>
                </a:lnTo>
                <a:lnTo>
                  <a:pt x="341307" y="90170"/>
                </a:lnTo>
                <a:lnTo>
                  <a:pt x="364635" y="127000"/>
                </a:lnTo>
                <a:lnTo>
                  <a:pt x="371333" y="143510"/>
                </a:lnTo>
                <a:lnTo>
                  <a:pt x="374072" y="151130"/>
                </a:lnTo>
                <a:lnTo>
                  <a:pt x="381534" y="194310"/>
                </a:lnTo>
                <a:lnTo>
                  <a:pt x="381443" y="213360"/>
                </a:lnTo>
                <a:lnTo>
                  <a:pt x="374072" y="255270"/>
                </a:lnTo>
                <a:lnTo>
                  <a:pt x="368185" y="270510"/>
                </a:lnTo>
                <a:lnTo>
                  <a:pt x="364635" y="279400"/>
                </a:lnTo>
                <a:lnTo>
                  <a:pt x="360708" y="287020"/>
                </a:lnTo>
                <a:lnTo>
                  <a:pt x="356405" y="294640"/>
                </a:lnTo>
                <a:lnTo>
                  <a:pt x="351726" y="302260"/>
                </a:lnTo>
                <a:lnTo>
                  <a:pt x="346683" y="308610"/>
                </a:lnTo>
                <a:lnTo>
                  <a:pt x="341307" y="316230"/>
                </a:lnTo>
                <a:lnTo>
                  <a:pt x="309725" y="345440"/>
                </a:lnTo>
                <a:lnTo>
                  <a:pt x="271767" y="367030"/>
                </a:lnTo>
                <a:lnTo>
                  <a:pt x="263599" y="370840"/>
                </a:lnTo>
                <a:lnTo>
                  <a:pt x="246892" y="375920"/>
                </a:lnTo>
                <a:lnTo>
                  <a:pt x="238353" y="377190"/>
                </a:lnTo>
                <a:lnTo>
                  <a:pt x="229723" y="379730"/>
                </a:lnTo>
                <a:lnTo>
                  <a:pt x="221054" y="379730"/>
                </a:lnTo>
                <a:lnTo>
                  <a:pt x="212344" y="381000"/>
                </a:lnTo>
                <a:lnTo>
                  <a:pt x="303095" y="381000"/>
                </a:lnTo>
                <a:lnTo>
                  <a:pt x="337908" y="355600"/>
                </a:lnTo>
                <a:lnTo>
                  <a:pt x="342849" y="351790"/>
                </a:lnTo>
                <a:lnTo>
                  <a:pt x="352272" y="341630"/>
                </a:lnTo>
                <a:lnTo>
                  <a:pt x="356755" y="337820"/>
                </a:lnTo>
                <a:lnTo>
                  <a:pt x="365213" y="326390"/>
                </a:lnTo>
                <a:lnTo>
                  <a:pt x="369176" y="321310"/>
                </a:lnTo>
                <a:lnTo>
                  <a:pt x="376580" y="311150"/>
                </a:lnTo>
                <a:lnTo>
                  <a:pt x="380009" y="304800"/>
                </a:lnTo>
                <a:lnTo>
                  <a:pt x="386295" y="293370"/>
                </a:lnTo>
                <a:lnTo>
                  <a:pt x="400367" y="255270"/>
                </a:lnTo>
                <a:lnTo>
                  <a:pt x="406869" y="215900"/>
                </a:lnTo>
                <a:lnTo>
                  <a:pt x="407200" y="209550"/>
                </a:lnTo>
                <a:lnTo>
                  <a:pt x="407090" y="194310"/>
                </a:lnTo>
                <a:lnTo>
                  <a:pt x="406924" y="190500"/>
                </a:lnTo>
                <a:lnTo>
                  <a:pt x="406869" y="189230"/>
                </a:lnTo>
                <a:lnTo>
                  <a:pt x="400367" y="149860"/>
                </a:lnTo>
                <a:lnTo>
                  <a:pt x="386295" y="113030"/>
                </a:lnTo>
                <a:lnTo>
                  <a:pt x="380009" y="101600"/>
                </a:lnTo>
                <a:lnTo>
                  <a:pt x="376580" y="95250"/>
                </a:lnTo>
                <a:lnTo>
                  <a:pt x="352272" y="63500"/>
                </a:lnTo>
                <a:lnTo>
                  <a:pt x="342849" y="54610"/>
                </a:lnTo>
                <a:lnTo>
                  <a:pt x="337908" y="49530"/>
                </a:lnTo>
                <a:lnTo>
                  <a:pt x="327596" y="41910"/>
                </a:lnTo>
                <a:lnTo>
                  <a:pt x="322249" y="36830"/>
                </a:lnTo>
                <a:lnTo>
                  <a:pt x="311162" y="30480"/>
                </a:lnTo>
                <a:lnTo>
                  <a:pt x="305447" y="26670"/>
                </a:lnTo>
                <a:lnTo>
                  <a:pt x="303095" y="25400"/>
                </a:lnTo>
                <a:close/>
              </a:path>
              <a:path w="407670" h="398780">
                <a:moveTo>
                  <a:pt x="210832" y="88900"/>
                </a:moveTo>
                <a:lnTo>
                  <a:pt x="196278" y="88900"/>
                </a:lnTo>
                <a:lnTo>
                  <a:pt x="189280" y="91440"/>
                </a:lnTo>
                <a:lnTo>
                  <a:pt x="105371" y="168910"/>
                </a:lnTo>
                <a:lnTo>
                  <a:pt x="101803" y="176530"/>
                </a:lnTo>
                <a:lnTo>
                  <a:pt x="101803" y="185420"/>
                </a:lnTo>
                <a:lnTo>
                  <a:pt x="104190" y="196850"/>
                </a:lnTo>
                <a:lnTo>
                  <a:pt x="110705" y="207010"/>
                </a:lnTo>
                <a:lnTo>
                  <a:pt x="120384" y="213360"/>
                </a:lnTo>
                <a:lnTo>
                  <a:pt x="132257" y="215900"/>
                </a:lnTo>
                <a:lnTo>
                  <a:pt x="152692" y="215900"/>
                </a:lnTo>
                <a:lnTo>
                  <a:pt x="152692" y="279400"/>
                </a:lnTo>
                <a:lnTo>
                  <a:pt x="155694" y="294640"/>
                </a:lnTo>
                <a:lnTo>
                  <a:pt x="163879" y="306070"/>
                </a:lnTo>
                <a:lnTo>
                  <a:pt x="176014" y="314960"/>
                </a:lnTo>
                <a:lnTo>
                  <a:pt x="190868" y="317500"/>
                </a:lnTo>
                <a:lnTo>
                  <a:pt x="216319" y="317500"/>
                </a:lnTo>
                <a:lnTo>
                  <a:pt x="231178" y="314960"/>
                </a:lnTo>
                <a:lnTo>
                  <a:pt x="243312" y="306070"/>
                </a:lnTo>
                <a:lnTo>
                  <a:pt x="251494" y="294640"/>
                </a:lnTo>
                <a:lnTo>
                  <a:pt x="251994" y="292100"/>
                </a:lnTo>
                <a:lnTo>
                  <a:pt x="183870" y="292100"/>
                </a:lnTo>
                <a:lnTo>
                  <a:pt x="178142" y="287020"/>
                </a:lnTo>
                <a:lnTo>
                  <a:pt x="178142" y="195580"/>
                </a:lnTo>
                <a:lnTo>
                  <a:pt x="172427" y="190500"/>
                </a:lnTo>
                <a:lnTo>
                  <a:pt x="129476" y="190500"/>
                </a:lnTo>
                <a:lnTo>
                  <a:pt x="127253" y="187960"/>
                </a:lnTo>
                <a:lnTo>
                  <a:pt x="127253" y="184150"/>
                </a:lnTo>
                <a:lnTo>
                  <a:pt x="127800" y="182880"/>
                </a:lnTo>
                <a:lnTo>
                  <a:pt x="201206" y="114300"/>
                </a:lnTo>
                <a:lnTo>
                  <a:pt x="242675" y="114300"/>
                </a:lnTo>
                <a:lnTo>
                  <a:pt x="217919" y="91440"/>
                </a:lnTo>
                <a:lnTo>
                  <a:pt x="210832" y="88900"/>
                </a:lnTo>
                <a:close/>
              </a:path>
              <a:path w="407670" h="398780">
                <a:moveTo>
                  <a:pt x="242675" y="114300"/>
                </a:moveTo>
                <a:lnTo>
                  <a:pt x="205981" y="114300"/>
                </a:lnTo>
                <a:lnTo>
                  <a:pt x="279387" y="182880"/>
                </a:lnTo>
                <a:lnTo>
                  <a:pt x="279946" y="184150"/>
                </a:lnTo>
                <a:lnTo>
                  <a:pt x="279946" y="187960"/>
                </a:lnTo>
                <a:lnTo>
                  <a:pt x="277723" y="190500"/>
                </a:lnTo>
                <a:lnTo>
                  <a:pt x="234772" y="190500"/>
                </a:lnTo>
                <a:lnTo>
                  <a:pt x="229044" y="195580"/>
                </a:lnTo>
                <a:lnTo>
                  <a:pt x="229044" y="287020"/>
                </a:lnTo>
                <a:lnTo>
                  <a:pt x="223316" y="292100"/>
                </a:lnTo>
                <a:lnTo>
                  <a:pt x="251994" y="292100"/>
                </a:lnTo>
                <a:lnTo>
                  <a:pt x="254495" y="279400"/>
                </a:lnTo>
                <a:lnTo>
                  <a:pt x="254495" y="215900"/>
                </a:lnTo>
                <a:lnTo>
                  <a:pt x="274929" y="215900"/>
                </a:lnTo>
                <a:lnTo>
                  <a:pt x="286773" y="213360"/>
                </a:lnTo>
                <a:lnTo>
                  <a:pt x="296459" y="207010"/>
                </a:lnTo>
                <a:lnTo>
                  <a:pt x="302997" y="196850"/>
                </a:lnTo>
                <a:lnTo>
                  <a:pt x="305396" y="185420"/>
                </a:lnTo>
                <a:lnTo>
                  <a:pt x="305396" y="176530"/>
                </a:lnTo>
                <a:lnTo>
                  <a:pt x="301815" y="168910"/>
                </a:lnTo>
                <a:lnTo>
                  <a:pt x="242675" y="11430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55067" y="3325812"/>
            <a:ext cx="3272154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Item</a:t>
            </a:r>
            <a:r>
              <a:rPr sz="1650" b="1" spc="-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Placement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b="1" spc="-10" dirty="0">
                <a:solidFill>
                  <a:srgbClr val="3B3434"/>
                </a:solidFill>
                <a:latin typeface="Verdana"/>
                <a:cs typeface="Verdana"/>
              </a:rPr>
              <a:t>grid-</a:t>
            </a:r>
            <a:r>
              <a:rPr sz="1250" b="1" spc="-35" dirty="0">
                <a:solidFill>
                  <a:srgbClr val="3B3434"/>
                </a:solidFill>
                <a:latin typeface="Verdana"/>
                <a:cs typeface="Verdana"/>
              </a:rPr>
              <a:t>column</a:t>
            </a:r>
            <a:r>
              <a:rPr sz="1250" b="1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10" dirty="0">
                <a:solidFill>
                  <a:srgbClr val="3B3434"/>
                </a:solidFill>
                <a:latin typeface="Verdana"/>
                <a:cs typeface="Verdana"/>
              </a:rPr>
              <a:t>grid-</a:t>
            </a:r>
            <a:r>
              <a:rPr sz="1250" b="1" spc="-60" dirty="0">
                <a:solidFill>
                  <a:srgbClr val="3B3434"/>
                </a:solidFill>
                <a:latin typeface="Verdana"/>
                <a:cs typeface="Verdana"/>
              </a:rPr>
              <a:t>row</a:t>
            </a:r>
            <a:r>
              <a:rPr sz="1250" b="1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position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items.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Place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elements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precisely.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Control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spanning</a:t>
            </a:r>
            <a:r>
              <a:rPr sz="1250" spc="1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behavior.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02816" y="2759125"/>
            <a:ext cx="127635" cy="356870"/>
          </a:xfrm>
          <a:custGeom>
            <a:avLst/>
            <a:gdLst/>
            <a:ahLst/>
            <a:cxnLst/>
            <a:rect l="l" t="t" r="r" b="b"/>
            <a:pathLst>
              <a:path w="127634" h="356869">
                <a:moveTo>
                  <a:pt x="19735" y="0"/>
                </a:moveTo>
                <a:lnTo>
                  <a:pt x="5727" y="0"/>
                </a:lnTo>
                <a:lnTo>
                  <a:pt x="0" y="5727"/>
                </a:lnTo>
                <a:lnTo>
                  <a:pt x="0" y="350558"/>
                </a:lnTo>
                <a:lnTo>
                  <a:pt x="5727" y="356298"/>
                </a:lnTo>
                <a:lnTo>
                  <a:pt x="19735" y="356298"/>
                </a:lnTo>
                <a:lnTo>
                  <a:pt x="25450" y="350558"/>
                </a:lnTo>
                <a:lnTo>
                  <a:pt x="25450" y="5727"/>
                </a:lnTo>
                <a:lnTo>
                  <a:pt x="19735" y="0"/>
                </a:lnTo>
                <a:close/>
              </a:path>
              <a:path w="127634" h="356869">
                <a:moveTo>
                  <a:pt x="121526" y="0"/>
                </a:moveTo>
                <a:lnTo>
                  <a:pt x="107530" y="0"/>
                </a:lnTo>
                <a:lnTo>
                  <a:pt x="101803" y="5727"/>
                </a:lnTo>
                <a:lnTo>
                  <a:pt x="101803" y="350558"/>
                </a:lnTo>
                <a:lnTo>
                  <a:pt x="107530" y="356298"/>
                </a:lnTo>
                <a:lnTo>
                  <a:pt x="121526" y="356298"/>
                </a:lnTo>
                <a:lnTo>
                  <a:pt x="127254" y="350558"/>
                </a:lnTo>
                <a:lnTo>
                  <a:pt x="127254" y="5727"/>
                </a:lnTo>
                <a:lnTo>
                  <a:pt x="121526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52976" y="3325812"/>
            <a:ext cx="3272790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Layout</a:t>
            </a:r>
            <a:r>
              <a:rPr sz="1650" b="1" spc="3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Control</a:t>
            </a:r>
            <a:endParaRPr sz="1650">
              <a:latin typeface="Tahoma"/>
              <a:cs typeface="Tahoma"/>
            </a:endParaRPr>
          </a:p>
          <a:p>
            <a:pPr marL="12700" marR="5080" algn="just">
              <a:lnSpc>
                <a:spcPct val="137500"/>
              </a:lnSpc>
              <a:spcBef>
                <a:spcPts val="484"/>
              </a:spcBef>
            </a:pPr>
            <a:r>
              <a:rPr sz="1250" b="1" spc="-75" dirty="0">
                <a:solidFill>
                  <a:srgbClr val="3B3434"/>
                </a:solidFill>
                <a:latin typeface="Verdana"/>
                <a:cs typeface="Verdana"/>
              </a:rPr>
              <a:t>gap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,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30" dirty="0">
                <a:solidFill>
                  <a:srgbClr val="3B3434"/>
                </a:solidFill>
                <a:latin typeface="Verdana"/>
                <a:cs typeface="Verdana"/>
              </a:rPr>
              <a:t>align-</a:t>
            </a:r>
            <a:r>
              <a:rPr sz="1250" b="1" spc="-70" dirty="0">
                <a:solidFill>
                  <a:srgbClr val="3B3434"/>
                </a:solidFill>
                <a:latin typeface="Verdana"/>
                <a:cs typeface="Verdana"/>
              </a:rPr>
              <a:t>items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,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45" dirty="0">
                <a:solidFill>
                  <a:srgbClr val="3B3434"/>
                </a:solidFill>
                <a:latin typeface="Verdana"/>
                <a:cs typeface="Verdana"/>
              </a:rPr>
              <a:t>justify-</a:t>
            </a:r>
            <a:r>
              <a:rPr sz="1250" b="1" spc="-55" dirty="0">
                <a:solidFill>
                  <a:srgbClr val="3B3434"/>
                </a:solidFill>
                <a:latin typeface="Verdana"/>
                <a:cs typeface="Verdana"/>
              </a:rPr>
              <a:t>items</a:t>
            </a:r>
            <a:r>
              <a:rPr sz="1250" b="1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manage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spacing.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Control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alignment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within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cells.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Fine-tune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visual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presentation.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456" y="996950"/>
            <a:ext cx="99879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5" dirty="0"/>
              <a:t>Advanced</a:t>
            </a:r>
            <a:r>
              <a:rPr spc="30" dirty="0"/>
              <a:t> </a:t>
            </a:r>
            <a:r>
              <a:rPr dirty="0"/>
              <a:t>Techniques</a:t>
            </a:r>
            <a:r>
              <a:rPr spc="30" dirty="0"/>
              <a:t> </a:t>
            </a:r>
            <a:r>
              <a:rPr spc="-340" dirty="0"/>
              <a:t>&amp;</a:t>
            </a:r>
            <a:r>
              <a:rPr spc="35" dirty="0"/>
              <a:t> </a:t>
            </a:r>
            <a:r>
              <a:rPr spc="-45" dirty="0"/>
              <a:t>Real-</a:t>
            </a:r>
            <a:r>
              <a:rPr spc="55" dirty="0"/>
              <a:t>World</a:t>
            </a:r>
            <a:r>
              <a:rPr spc="25" dirty="0"/>
              <a:t> </a:t>
            </a:r>
            <a:r>
              <a:rPr spc="50" dirty="0"/>
              <a:t>Examples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1500" y="1876424"/>
            <a:ext cx="1714500" cy="952500"/>
            <a:chOff x="571500" y="1876424"/>
            <a:chExt cx="1714500" cy="952500"/>
          </a:xfrm>
        </p:grpSpPr>
        <p:sp>
          <p:nvSpPr>
            <p:cNvPr id="4" name="object 4"/>
            <p:cNvSpPr/>
            <p:nvPr/>
          </p:nvSpPr>
          <p:spPr>
            <a:xfrm>
              <a:off x="576262" y="1881187"/>
              <a:ext cx="1704975" cy="942975"/>
            </a:xfrm>
            <a:custGeom>
              <a:avLst/>
              <a:gdLst/>
              <a:ahLst/>
              <a:cxnLst/>
              <a:rect l="l" t="t" r="r" b="b"/>
              <a:pathLst>
                <a:path w="1704975" h="942975">
                  <a:moveTo>
                    <a:pt x="165615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890727"/>
                  </a:lnTo>
                  <a:lnTo>
                    <a:pt x="0" y="894156"/>
                  </a:lnTo>
                  <a:lnTo>
                    <a:pt x="17725" y="930097"/>
                  </a:lnTo>
                  <a:lnTo>
                    <a:pt x="48816" y="942975"/>
                  </a:lnTo>
                  <a:lnTo>
                    <a:pt x="1656156" y="942975"/>
                  </a:lnTo>
                  <a:lnTo>
                    <a:pt x="1692097" y="925245"/>
                  </a:lnTo>
                  <a:lnTo>
                    <a:pt x="1704975" y="894156"/>
                  </a:lnTo>
                  <a:lnTo>
                    <a:pt x="1704975" y="48806"/>
                  </a:lnTo>
                  <a:lnTo>
                    <a:pt x="1687245" y="12877"/>
                  </a:lnTo>
                  <a:lnTo>
                    <a:pt x="1659559" y="330"/>
                  </a:lnTo>
                  <a:lnTo>
                    <a:pt x="165615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6262" y="1881187"/>
              <a:ext cx="1704975" cy="942975"/>
            </a:xfrm>
            <a:custGeom>
              <a:avLst/>
              <a:gdLst/>
              <a:ahLst/>
              <a:cxnLst/>
              <a:rect l="l" t="t" r="r" b="b"/>
              <a:pathLst>
                <a:path w="1704975" h="942975">
                  <a:moveTo>
                    <a:pt x="0" y="8907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1652727" y="0"/>
                  </a:lnTo>
                  <a:lnTo>
                    <a:pt x="1656156" y="0"/>
                  </a:lnTo>
                  <a:lnTo>
                    <a:pt x="1659559" y="330"/>
                  </a:lnTo>
                  <a:lnTo>
                    <a:pt x="1694268" y="20370"/>
                  </a:lnTo>
                  <a:lnTo>
                    <a:pt x="1700999" y="32258"/>
                  </a:lnTo>
                  <a:lnTo>
                    <a:pt x="1702308" y="35420"/>
                  </a:lnTo>
                  <a:lnTo>
                    <a:pt x="1703298" y="38684"/>
                  </a:lnTo>
                  <a:lnTo>
                    <a:pt x="1703971" y="42049"/>
                  </a:lnTo>
                  <a:lnTo>
                    <a:pt x="1704644" y="45415"/>
                  </a:lnTo>
                  <a:lnTo>
                    <a:pt x="1704975" y="48806"/>
                  </a:lnTo>
                  <a:lnTo>
                    <a:pt x="1704975" y="52247"/>
                  </a:lnTo>
                  <a:lnTo>
                    <a:pt x="1704975" y="890727"/>
                  </a:lnTo>
                  <a:lnTo>
                    <a:pt x="1704975" y="894156"/>
                  </a:lnTo>
                  <a:lnTo>
                    <a:pt x="1704644" y="897559"/>
                  </a:lnTo>
                  <a:lnTo>
                    <a:pt x="1684604" y="932268"/>
                  </a:lnTo>
                  <a:lnTo>
                    <a:pt x="1656156" y="942975"/>
                  </a:lnTo>
                  <a:lnTo>
                    <a:pt x="1652727" y="942975"/>
                  </a:lnTo>
                  <a:lnTo>
                    <a:pt x="52243" y="942975"/>
                  </a:lnTo>
                  <a:lnTo>
                    <a:pt x="48816" y="942975"/>
                  </a:lnTo>
                  <a:lnTo>
                    <a:pt x="45417" y="942644"/>
                  </a:lnTo>
                  <a:lnTo>
                    <a:pt x="42053" y="941971"/>
                  </a:lnTo>
                  <a:lnTo>
                    <a:pt x="38685" y="941298"/>
                  </a:lnTo>
                  <a:lnTo>
                    <a:pt x="23216" y="934173"/>
                  </a:lnTo>
                  <a:lnTo>
                    <a:pt x="20364" y="932268"/>
                  </a:lnTo>
                  <a:lnTo>
                    <a:pt x="17725" y="930097"/>
                  </a:lnTo>
                  <a:lnTo>
                    <a:pt x="15304" y="927671"/>
                  </a:lnTo>
                  <a:lnTo>
                    <a:pt x="12879" y="925245"/>
                  </a:lnTo>
                  <a:lnTo>
                    <a:pt x="0" y="894156"/>
                  </a:lnTo>
                  <a:lnTo>
                    <a:pt x="0" y="89072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9301" y="2187194"/>
            <a:ext cx="115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0" dirty="0">
                <a:solidFill>
                  <a:srgbClr val="3B3434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5069" y="2030412"/>
            <a:ext cx="577278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Responsive</a:t>
            </a:r>
            <a:r>
              <a:rPr sz="1650" b="1" spc="24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Units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70" dirty="0">
                <a:solidFill>
                  <a:srgbClr val="3B3434"/>
                </a:solidFill>
                <a:latin typeface="Verdana"/>
                <a:cs typeface="Verdana"/>
              </a:rPr>
              <a:t>fr</a:t>
            </a:r>
            <a:r>
              <a:rPr sz="1250" b="1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units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flexible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sizing.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Combine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b="1" spc="-100" dirty="0">
                <a:solidFill>
                  <a:srgbClr val="3B3434"/>
                </a:solidFill>
                <a:latin typeface="Verdana"/>
                <a:cs typeface="Verdana"/>
              </a:rPr>
              <a:t>minmax()</a:t>
            </a:r>
            <a:r>
              <a:rPr sz="1250" b="1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adaptability.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62200" y="2824162"/>
            <a:ext cx="8410575" cy="9525"/>
          </a:xfrm>
          <a:custGeom>
            <a:avLst/>
            <a:gdLst/>
            <a:ahLst/>
            <a:cxnLst/>
            <a:rect l="l" t="t" r="r" b="b"/>
            <a:pathLst>
              <a:path w="8410575" h="9525">
                <a:moveTo>
                  <a:pt x="8403679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8403679" y="9525"/>
                </a:lnTo>
                <a:lnTo>
                  <a:pt x="8405926" y="9055"/>
                </a:lnTo>
                <a:lnTo>
                  <a:pt x="8409648" y="7200"/>
                </a:lnTo>
                <a:lnTo>
                  <a:pt x="8410575" y="6083"/>
                </a:lnTo>
                <a:lnTo>
                  <a:pt x="8410575" y="3454"/>
                </a:lnTo>
                <a:lnTo>
                  <a:pt x="8409648" y="2324"/>
                </a:lnTo>
                <a:lnTo>
                  <a:pt x="8405926" y="457"/>
                </a:lnTo>
                <a:lnTo>
                  <a:pt x="8403679" y="0"/>
                </a:lnTo>
                <a:close/>
              </a:path>
            </a:pathLst>
          </a:custGeom>
          <a:solidFill>
            <a:srgbClr val="BAC2D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71500" y="2914649"/>
            <a:ext cx="3429000" cy="1209675"/>
            <a:chOff x="571500" y="2914649"/>
            <a:chExt cx="3429000" cy="1209675"/>
          </a:xfrm>
        </p:grpSpPr>
        <p:sp>
          <p:nvSpPr>
            <p:cNvPr id="10" name="object 10"/>
            <p:cNvSpPr/>
            <p:nvPr/>
          </p:nvSpPr>
          <p:spPr>
            <a:xfrm>
              <a:off x="576262" y="2919412"/>
              <a:ext cx="3419475" cy="1200150"/>
            </a:xfrm>
            <a:custGeom>
              <a:avLst/>
              <a:gdLst/>
              <a:ahLst/>
              <a:cxnLst/>
              <a:rect l="l" t="t" r="r" b="b"/>
              <a:pathLst>
                <a:path w="3419475" h="1200150">
                  <a:moveTo>
                    <a:pt x="337065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47902"/>
                  </a:lnTo>
                  <a:lnTo>
                    <a:pt x="0" y="1151331"/>
                  </a:lnTo>
                  <a:lnTo>
                    <a:pt x="17725" y="1187272"/>
                  </a:lnTo>
                  <a:lnTo>
                    <a:pt x="48816" y="1200150"/>
                  </a:lnTo>
                  <a:lnTo>
                    <a:pt x="3370656" y="1200150"/>
                  </a:lnTo>
                  <a:lnTo>
                    <a:pt x="3406597" y="1182420"/>
                  </a:lnTo>
                  <a:lnTo>
                    <a:pt x="3419475" y="1151331"/>
                  </a:lnTo>
                  <a:lnTo>
                    <a:pt x="3419475" y="48806"/>
                  </a:lnTo>
                  <a:lnTo>
                    <a:pt x="3401745" y="12877"/>
                  </a:lnTo>
                  <a:lnTo>
                    <a:pt x="3374059" y="330"/>
                  </a:lnTo>
                  <a:lnTo>
                    <a:pt x="337065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6262" y="2919412"/>
              <a:ext cx="3419475" cy="1200150"/>
            </a:xfrm>
            <a:custGeom>
              <a:avLst/>
              <a:gdLst/>
              <a:ahLst/>
              <a:cxnLst/>
              <a:rect l="l" t="t" r="r" b="b"/>
              <a:pathLst>
                <a:path w="3419475" h="1200150">
                  <a:moveTo>
                    <a:pt x="0" y="11479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367227" y="0"/>
                  </a:lnTo>
                  <a:lnTo>
                    <a:pt x="3370656" y="0"/>
                  </a:lnTo>
                  <a:lnTo>
                    <a:pt x="3374059" y="330"/>
                  </a:lnTo>
                  <a:lnTo>
                    <a:pt x="3408768" y="20370"/>
                  </a:lnTo>
                  <a:lnTo>
                    <a:pt x="3415499" y="32258"/>
                  </a:lnTo>
                  <a:lnTo>
                    <a:pt x="3416808" y="35420"/>
                  </a:lnTo>
                  <a:lnTo>
                    <a:pt x="3417798" y="38684"/>
                  </a:lnTo>
                  <a:lnTo>
                    <a:pt x="3418471" y="42049"/>
                  </a:lnTo>
                  <a:lnTo>
                    <a:pt x="3419132" y="45415"/>
                  </a:lnTo>
                  <a:lnTo>
                    <a:pt x="3419475" y="48806"/>
                  </a:lnTo>
                  <a:lnTo>
                    <a:pt x="3419475" y="52247"/>
                  </a:lnTo>
                  <a:lnTo>
                    <a:pt x="3419475" y="1147902"/>
                  </a:lnTo>
                  <a:lnTo>
                    <a:pt x="3419475" y="1151331"/>
                  </a:lnTo>
                  <a:lnTo>
                    <a:pt x="3419132" y="1154734"/>
                  </a:lnTo>
                  <a:lnTo>
                    <a:pt x="3404171" y="1184846"/>
                  </a:lnTo>
                  <a:lnTo>
                    <a:pt x="3401745" y="1187272"/>
                  </a:lnTo>
                  <a:lnTo>
                    <a:pt x="3370656" y="1200150"/>
                  </a:lnTo>
                  <a:lnTo>
                    <a:pt x="3367227" y="1200150"/>
                  </a:lnTo>
                  <a:lnTo>
                    <a:pt x="52243" y="1200150"/>
                  </a:lnTo>
                  <a:lnTo>
                    <a:pt x="48816" y="1200150"/>
                  </a:lnTo>
                  <a:lnTo>
                    <a:pt x="45417" y="1199819"/>
                  </a:lnTo>
                  <a:lnTo>
                    <a:pt x="42053" y="1199146"/>
                  </a:lnTo>
                  <a:lnTo>
                    <a:pt x="38685" y="1198473"/>
                  </a:lnTo>
                  <a:lnTo>
                    <a:pt x="23216" y="1191348"/>
                  </a:lnTo>
                  <a:lnTo>
                    <a:pt x="20364" y="1189443"/>
                  </a:lnTo>
                  <a:lnTo>
                    <a:pt x="17725" y="1187272"/>
                  </a:lnTo>
                  <a:lnTo>
                    <a:pt x="15304" y="1184846"/>
                  </a:lnTo>
                  <a:lnTo>
                    <a:pt x="12879" y="1182420"/>
                  </a:lnTo>
                  <a:lnTo>
                    <a:pt x="0" y="1151331"/>
                  </a:lnTo>
                  <a:lnTo>
                    <a:pt x="0" y="11479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03792" y="3349244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3B3434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0017" y="3059112"/>
            <a:ext cx="651002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Item</a:t>
            </a:r>
            <a:r>
              <a:rPr sz="1650" b="1" spc="-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Overlapping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40000"/>
              </a:lnSpc>
              <a:spcBef>
                <a:spcPts val="4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Overlap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grid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items.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Create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unique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visual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compositions.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Achieve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dynamic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design effects.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76700" y="4119562"/>
            <a:ext cx="6696075" cy="9525"/>
          </a:xfrm>
          <a:custGeom>
            <a:avLst/>
            <a:gdLst/>
            <a:ahLst/>
            <a:cxnLst/>
            <a:rect l="l" t="t" r="r" b="b"/>
            <a:pathLst>
              <a:path w="6696075" h="9525">
                <a:moveTo>
                  <a:pt x="6689178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6689178" y="9525"/>
                </a:lnTo>
                <a:lnTo>
                  <a:pt x="6691426" y="9055"/>
                </a:lnTo>
                <a:lnTo>
                  <a:pt x="6695147" y="7200"/>
                </a:lnTo>
                <a:lnTo>
                  <a:pt x="6696075" y="6083"/>
                </a:lnTo>
                <a:lnTo>
                  <a:pt x="6696075" y="3454"/>
                </a:lnTo>
                <a:lnTo>
                  <a:pt x="6695147" y="2324"/>
                </a:lnTo>
                <a:lnTo>
                  <a:pt x="6691426" y="457"/>
                </a:lnTo>
                <a:lnTo>
                  <a:pt x="6689178" y="0"/>
                </a:lnTo>
                <a:close/>
              </a:path>
            </a:pathLst>
          </a:custGeom>
          <a:solidFill>
            <a:srgbClr val="BAC2D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71500" y="4210050"/>
            <a:ext cx="5143500" cy="1209675"/>
            <a:chOff x="571500" y="4210050"/>
            <a:chExt cx="5143500" cy="1209675"/>
          </a:xfrm>
        </p:grpSpPr>
        <p:sp>
          <p:nvSpPr>
            <p:cNvPr id="16" name="object 16"/>
            <p:cNvSpPr/>
            <p:nvPr/>
          </p:nvSpPr>
          <p:spPr>
            <a:xfrm>
              <a:off x="576262" y="4214812"/>
              <a:ext cx="5133975" cy="1200150"/>
            </a:xfrm>
            <a:custGeom>
              <a:avLst/>
              <a:gdLst/>
              <a:ahLst/>
              <a:cxnLst/>
              <a:rect l="l" t="t" r="r" b="b"/>
              <a:pathLst>
                <a:path w="5133975" h="1200150">
                  <a:moveTo>
                    <a:pt x="508515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47902"/>
                  </a:lnTo>
                  <a:lnTo>
                    <a:pt x="0" y="1151335"/>
                  </a:lnTo>
                  <a:lnTo>
                    <a:pt x="17725" y="1187272"/>
                  </a:lnTo>
                  <a:lnTo>
                    <a:pt x="48816" y="1200151"/>
                  </a:lnTo>
                  <a:lnTo>
                    <a:pt x="5085156" y="1200151"/>
                  </a:lnTo>
                  <a:lnTo>
                    <a:pt x="5121097" y="1182420"/>
                  </a:lnTo>
                  <a:lnTo>
                    <a:pt x="5133975" y="1151335"/>
                  </a:lnTo>
                  <a:lnTo>
                    <a:pt x="5133975" y="48806"/>
                  </a:lnTo>
                  <a:lnTo>
                    <a:pt x="5116245" y="12877"/>
                  </a:lnTo>
                  <a:lnTo>
                    <a:pt x="5088559" y="330"/>
                  </a:lnTo>
                  <a:lnTo>
                    <a:pt x="508515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262" y="4214812"/>
              <a:ext cx="5133975" cy="1200150"/>
            </a:xfrm>
            <a:custGeom>
              <a:avLst/>
              <a:gdLst/>
              <a:ahLst/>
              <a:cxnLst/>
              <a:rect l="l" t="t" r="r" b="b"/>
              <a:pathLst>
                <a:path w="5133975" h="1200150">
                  <a:moveTo>
                    <a:pt x="0" y="11479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5081727" y="0"/>
                  </a:lnTo>
                  <a:lnTo>
                    <a:pt x="5085156" y="0"/>
                  </a:lnTo>
                  <a:lnTo>
                    <a:pt x="5088559" y="330"/>
                  </a:lnTo>
                  <a:lnTo>
                    <a:pt x="5118671" y="15303"/>
                  </a:lnTo>
                  <a:lnTo>
                    <a:pt x="5121097" y="17729"/>
                  </a:lnTo>
                  <a:lnTo>
                    <a:pt x="5129999" y="32258"/>
                  </a:lnTo>
                  <a:lnTo>
                    <a:pt x="5131308" y="35420"/>
                  </a:lnTo>
                  <a:lnTo>
                    <a:pt x="5132298" y="38684"/>
                  </a:lnTo>
                  <a:lnTo>
                    <a:pt x="5132971" y="42049"/>
                  </a:lnTo>
                  <a:lnTo>
                    <a:pt x="5133632" y="45415"/>
                  </a:lnTo>
                  <a:lnTo>
                    <a:pt x="5133975" y="48806"/>
                  </a:lnTo>
                  <a:lnTo>
                    <a:pt x="5133975" y="52247"/>
                  </a:lnTo>
                  <a:lnTo>
                    <a:pt x="5133975" y="1147902"/>
                  </a:lnTo>
                  <a:lnTo>
                    <a:pt x="5133975" y="1151335"/>
                  </a:lnTo>
                  <a:lnTo>
                    <a:pt x="5133632" y="1154733"/>
                  </a:lnTo>
                  <a:lnTo>
                    <a:pt x="5132971" y="1158096"/>
                  </a:lnTo>
                  <a:lnTo>
                    <a:pt x="5132298" y="1161460"/>
                  </a:lnTo>
                  <a:lnTo>
                    <a:pt x="5131308" y="1164729"/>
                  </a:lnTo>
                  <a:lnTo>
                    <a:pt x="5129999" y="1167894"/>
                  </a:lnTo>
                  <a:lnTo>
                    <a:pt x="5128691" y="1171064"/>
                  </a:lnTo>
                  <a:lnTo>
                    <a:pt x="5118671" y="1184846"/>
                  </a:lnTo>
                  <a:lnTo>
                    <a:pt x="5116245" y="1187272"/>
                  </a:lnTo>
                  <a:lnTo>
                    <a:pt x="5085156" y="1200151"/>
                  </a:lnTo>
                  <a:lnTo>
                    <a:pt x="5081727" y="1200151"/>
                  </a:lnTo>
                  <a:lnTo>
                    <a:pt x="52243" y="1200151"/>
                  </a:lnTo>
                  <a:lnTo>
                    <a:pt x="48816" y="1200151"/>
                  </a:lnTo>
                  <a:lnTo>
                    <a:pt x="45417" y="1199813"/>
                  </a:lnTo>
                  <a:lnTo>
                    <a:pt x="42053" y="1199144"/>
                  </a:lnTo>
                  <a:lnTo>
                    <a:pt x="38685" y="1198473"/>
                  </a:lnTo>
                  <a:lnTo>
                    <a:pt x="35421" y="1197486"/>
                  </a:lnTo>
                  <a:lnTo>
                    <a:pt x="32251" y="1196172"/>
                  </a:lnTo>
                  <a:lnTo>
                    <a:pt x="29080" y="1194857"/>
                  </a:lnTo>
                  <a:lnTo>
                    <a:pt x="26069" y="1193250"/>
                  </a:lnTo>
                  <a:lnTo>
                    <a:pt x="23216" y="1191345"/>
                  </a:lnTo>
                  <a:lnTo>
                    <a:pt x="20364" y="1189440"/>
                  </a:lnTo>
                  <a:lnTo>
                    <a:pt x="17725" y="1187272"/>
                  </a:lnTo>
                  <a:lnTo>
                    <a:pt x="15304" y="1184846"/>
                  </a:lnTo>
                  <a:lnTo>
                    <a:pt x="12879" y="1182420"/>
                  </a:lnTo>
                  <a:lnTo>
                    <a:pt x="3978" y="1167894"/>
                  </a:lnTo>
                  <a:lnTo>
                    <a:pt x="2664" y="1164729"/>
                  </a:lnTo>
                  <a:lnTo>
                    <a:pt x="1671" y="1161460"/>
                  </a:lnTo>
                  <a:lnTo>
                    <a:pt x="1002" y="1158096"/>
                  </a:lnTo>
                  <a:lnTo>
                    <a:pt x="332" y="1154733"/>
                  </a:lnTo>
                  <a:lnTo>
                    <a:pt x="0" y="1151335"/>
                  </a:lnTo>
                  <a:lnTo>
                    <a:pt x="0" y="11479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61195" y="4644644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3B3434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5114" y="4354512"/>
            <a:ext cx="3900804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Complex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Layouts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40000"/>
              </a:lnSpc>
              <a:spcBef>
                <a:spcPts val="4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Build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intricate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dashboards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galleries.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Ensure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responsiveness.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Deliver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professional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interfaces.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2225675"/>
            <a:ext cx="635762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Best</a:t>
            </a:r>
            <a:r>
              <a:rPr spc="20" dirty="0"/>
              <a:t> </a:t>
            </a:r>
            <a:r>
              <a:rPr dirty="0"/>
              <a:t>Practices</a:t>
            </a:r>
            <a:r>
              <a:rPr spc="15" dirty="0"/>
              <a:t> </a:t>
            </a:r>
            <a:r>
              <a:rPr spc="100" dirty="0"/>
              <a:t>and</a:t>
            </a:r>
            <a:r>
              <a:rPr spc="2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590550" y="3133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0550" y="3457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0550" y="3771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B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7747" y="3034347"/>
            <a:ext cx="9820275" cy="1116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Define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grid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early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your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design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process.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ensures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maximum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flexibility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structure.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Combine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CSS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Crid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Flexbox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nuanced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UI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components.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Flexbox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handles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content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within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cells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well.</a:t>
            </a:r>
            <a:endParaRPr sz="1250">
              <a:latin typeface="Verdana"/>
              <a:cs typeface="Verdana"/>
            </a:endParaRPr>
          </a:p>
          <a:p>
            <a:pPr marL="12700" marR="5080">
              <a:lnSpc>
                <a:spcPct val="135000"/>
              </a:lnSpc>
              <a:spcBef>
                <a:spcPts val="45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Explore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official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documentation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tutorials: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MDN,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CSS-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Tricks,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W3Schools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excellent.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Practice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interactive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games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like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Crid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Carden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solidify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understanding.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433</Words>
  <Application>Microsoft Office PowerPoint</Application>
  <PresentationFormat>Custom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Tahoma</vt:lpstr>
      <vt:lpstr>Verdana</vt:lpstr>
      <vt:lpstr>Office Theme</vt:lpstr>
      <vt:lpstr>CSS Grid Layout: Modern Web Design Made Easy</vt:lpstr>
      <vt:lpstr>What Is CSS Grid?</vt:lpstr>
      <vt:lpstr>Why Use CSS Grid?</vt:lpstr>
      <vt:lpstr>Key Terminology: Grids, Tracks, Gaps</vt:lpstr>
      <vt:lpstr>Creating Your First CSS Grid</vt:lpstr>
      <vt:lpstr>Core Properties and Patterns</vt:lpstr>
      <vt:lpstr>Advanced Techniques &amp; Real-World Examples</vt:lpstr>
      <vt:lpstr>Best Practices and Resources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user</cp:lastModifiedBy>
  <cp:revision>1</cp:revision>
  <dcterms:created xsi:type="dcterms:W3CDTF">2025-06-16T03:13:45Z</dcterms:created>
  <dcterms:modified xsi:type="dcterms:W3CDTF">2025-06-16T03:15:28Z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2025-06-16T00:00:00Z</vt:filetime>
  </property>
  <property fmtid="{D5CDD505-2E9C-101B-9397-08002B2CF9AE}" pid="5" name="Producer">
    <vt:lpwstr>GPL Ghostscript 9.56.1</vt:lpwstr>
  </property>
</Properties>
</file>